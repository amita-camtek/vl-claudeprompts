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2"/>
  </p:notesMasterIdLst>
  <p:sldIdLst>
    <p:sldId id="2147308789" r:id="rId3"/>
    <p:sldId id="2147308790" r:id="rId4"/>
    <p:sldId id="256" r:id="rId5"/>
    <p:sldId id="257" r:id="rId6"/>
    <p:sldId id="258" r:id="rId7"/>
    <p:sldId id="214730879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147308792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</p:sldIdLst>
  <p:sldSz cx="13716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4194F-ED5B-4935-9867-1B635DEEF146}" v="56" dt="2026-04-17T15:48:59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226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ad Shimon" userId="8de6e3ae-4a0f-4fec-872c-186cd6cf249a" providerId="ADAL" clId="{ADE3BD1B-332C-4690-A1CA-8247EEEB03FD}"/>
    <pc:docChg chg="undo custSel addSld delSld modSld sldOrd addMainMaster delMainMaster modMainMaster">
      <pc:chgData name="Ohad Shimon" userId="8de6e3ae-4a0f-4fec-872c-186cd6cf249a" providerId="ADAL" clId="{ADE3BD1B-332C-4690-A1CA-8247EEEB03FD}" dt="2026-04-18T10:03:46.050" v="228" actId="20577"/>
      <pc:docMkLst>
        <pc:docMk/>
      </pc:docMkLst>
      <pc:sldChg chg="addSp delSp mod setBg">
        <pc:chgData name="Ohad Shimon" userId="8de6e3ae-4a0f-4fec-872c-186cd6cf249a" providerId="ADAL" clId="{ADE3BD1B-332C-4690-A1CA-8247EEEB03FD}" dt="2026-04-17T10:08:21.012" v="129"/>
        <pc:sldMkLst>
          <pc:docMk/>
          <pc:sldMk cId="0" sldId="256"/>
        </pc:sldMkLst>
        <pc:spChg chg="add del">
          <ac:chgData name="Ohad Shimon" userId="8de6e3ae-4a0f-4fec-872c-186cd6cf249a" providerId="ADAL" clId="{ADE3BD1B-332C-4690-A1CA-8247EEEB03FD}" dt="2026-04-17T09:57:24.570" v="99" actId="22"/>
          <ac:spMkLst>
            <pc:docMk/>
            <pc:sldMk cId="0" sldId="256"/>
            <ac:spMk id="5" creationId="{7E161CB0-83D2-A8E7-BCE4-08EDB972058F}"/>
          </ac:spMkLst>
        </pc:spChg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57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58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59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0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1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2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3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4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5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6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7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8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69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70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71"/>
        </pc:sldMkLst>
      </pc:sldChg>
      <pc:sldChg chg="setBg">
        <pc:chgData name="Ohad Shimon" userId="8de6e3ae-4a0f-4fec-872c-186cd6cf249a" providerId="ADAL" clId="{ADE3BD1B-332C-4690-A1CA-8247EEEB03FD}" dt="2026-04-17T10:08:21.012" v="129"/>
        <pc:sldMkLst>
          <pc:docMk/>
          <pc:sldMk cId="0" sldId="272"/>
        </pc:sldMkLst>
      </pc:sldChg>
      <pc:sldChg chg="addSp delSp modSp mod setBg modClrScheme chgLayout">
        <pc:chgData name="Ohad Shimon" userId="8de6e3ae-4a0f-4fec-872c-186cd6cf249a" providerId="ADAL" clId="{ADE3BD1B-332C-4690-A1CA-8247EEEB03FD}" dt="2026-04-17T15:48:23.849" v="207" actId="207"/>
        <pc:sldMkLst>
          <pc:docMk/>
          <pc:sldMk cId="0" sldId="273"/>
        </pc:sldMkLst>
        <pc:spChg chg="mod">
          <ac:chgData name="Ohad Shimon" userId="8de6e3ae-4a0f-4fec-872c-186cd6cf249a" providerId="ADAL" clId="{ADE3BD1B-332C-4690-A1CA-8247EEEB03FD}" dt="2026-04-16T23:00:09.318" v="18" actId="404"/>
          <ac:spMkLst>
            <pc:docMk/>
            <pc:sldMk cId="0" sldId="273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8:23.849" v="207" actId="207"/>
          <ac:spMkLst>
            <pc:docMk/>
            <pc:sldMk cId="0" sldId="273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15:36.736" v="96" actId="20577"/>
          <ac:spMkLst>
            <pc:docMk/>
            <pc:sldMk cId="0" sldId="273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15:37.214" v="97" actId="21"/>
          <ac:spMkLst>
            <pc:docMk/>
            <pc:sldMk cId="0" sldId="273"/>
            <ac:spMk id="6" creationId="{00000000-0000-0000-0000-000000000000}"/>
          </ac:spMkLst>
        </pc:spChg>
        <pc:spChg chg="add del mod ord">
          <ac:chgData name="Ohad Shimon" userId="8de6e3ae-4a0f-4fec-872c-186cd6cf249a" providerId="ADAL" clId="{ADE3BD1B-332C-4690-A1CA-8247EEEB03FD}" dt="2026-04-17T10:05:10.975" v="114" actId="700"/>
          <ac:spMkLst>
            <pc:docMk/>
            <pc:sldMk cId="0" sldId="273"/>
            <ac:spMk id="7" creationId="{8D52F2C1-9689-246A-FE7C-1FBFDDE2CE8B}"/>
          </ac:spMkLst>
        </pc:spChg>
        <pc:spChg chg="add del mod ord">
          <ac:chgData name="Ohad Shimon" userId="8de6e3ae-4a0f-4fec-872c-186cd6cf249a" providerId="ADAL" clId="{ADE3BD1B-332C-4690-A1CA-8247EEEB03FD}" dt="2026-04-17T10:05:10.975" v="114" actId="700"/>
          <ac:spMkLst>
            <pc:docMk/>
            <pc:sldMk cId="0" sldId="273"/>
            <ac:spMk id="8" creationId="{988061B1-4E6E-BA91-EC0B-50A3E253AB18}"/>
          </ac:spMkLst>
        </pc:spChg>
        <pc:spChg chg="add del mod ord">
          <ac:chgData name="Ohad Shimon" userId="8de6e3ae-4a0f-4fec-872c-186cd6cf249a" providerId="ADAL" clId="{ADE3BD1B-332C-4690-A1CA-8247EEEB03FD}" dt="2026-04-17T10:05:29.156" v="116" actId="700"/>
          <ac:spMkLst>
            <pc:docMk/>
            <pc:sldMk cId="0" sldId="273"/>
            <ac:spMk id="9" creationId="{9C4E00DB-3297-C737-755D-4855FCD96293}"/>
          </ac:spMkLst>
        </pc:spChg>
        <pc:spChg chg="add del mod ord">
          <ac:chgData name="Ohad Shimon" userId="8de6e3ae-4a0f-4fec-872c-186cd6cf249a" providerId="ADAL" clId="{ADE3BD1B-332C-4690-A1CA-8247EEEB03FD}" dt="2026-04-17T10:05:29.156" v="116" actId="700"/>
          <ac:spMkLst>
            <pc:docMk/>
            <pc:sldMk cId="0" sldId="273"/>
            <ac:spMk id="10" creationId="{EA1B7EC5-110A-D6B9-F842-ADBA5707EBDE}"/>
          </ac:spMkLst>
        </pc:spChg>
      </pc:sldChg>
      <pc:sldChg chg="modSp mod setBg">
        <pc:chgData name="Ohad Shimon" userId="8de6e3ae-4a0f-4fec-872c-186cd6cf249a" providerId="ADAL" clId="{ADE3BD1B-332C-4690-A1CA-8247EEEB03FD}" dt="2026-04-17T15:48:29.914" v="208" actId="207"/>
        <pc:sldMkLst>
          <pc:docMk/>
          <pc:sldMk cId="0" sldId="274"/>
        </pc:sldMkLst>
        <pc:spChg chg="mod">
          <ac:chgData name="Ohad Shimon" userId="8de6e3ae-4a0f-4fec-872c-186cd6cf249a" providerId="ADAL" clId="{ADE3BD1B-332C-4690-A1CA-8247EEEB03FD}" dt="2026-04-16T23:01:00.138" v="24" actId="403"/>
          <ac:spMkLst>
            <pc:docMk/>
            <pc:sldMk cId="0" sldId="274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8:29.914" v="208" actId="2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0:42.843" v="23" actId="403"/>
          <ac:spMkLst>
            <pc:docMk/>
            <pc:sldMk cId="0" sldId="274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0:42.843" v="23" actId="403"/>
          <ac:spMkLst>
            <pc:docMk/>
            <pc:sldMk cId="0" sldId="274"/>
            <ac:spMk id="6" creationId="{00000000-0000-0000-0000-000000000000}"/>
          </ac:spMkLst>
        </pc:spChg>
      </pc:sldChg>
      <pc:sldChg chg="modSp mod setBg">
        <pc:chgData name="Ohad Shimon" userId="8de6e3ae-4a0f-4fec-872c-186cd6cf249a" providerId="ADAL" clId="{ADE3BD1B-332C-4690-A1CA-8247EEEB03FD}" dt="2026-04-17T15:48:16.668" v="206" actId="207"/>
        <pc:sldMkLst>
          <pc:docMk/>
          <pc:sldMk cId="0" sldId="275"/>
        </pc:sldMkLst>
        <pc:spChg chg="mod">
          <ac:chgData name="Ohad Shimon" userId="8de6e3ae-4a0f-4fec-872c-186cd6cf249a" providerId="ADAL" clId="{ADE3BD1B-332C-4690-A1CA-8247EEEB03FD}" dt="2026-04-16T23:01:36.597" v="39" actId="403"/>
          <ac:spMkLst>
            <pc:docMk/>
            <pc:sldMk cId="0" sldId="275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8:16.668" v="206" actId="207"/>
          <ac:spMkLst>
            <pc:docMk/>
            <pc:sldMk cId="0" sldId="275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1:11.083" v="31" actId="404"/>
          <ac:spMkLst>
            <pc:docMk/>
            <pc:sldMk cId="0" sldId="275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1:11.083" v="31" actId="404"/>
          <ac:spMkLst>
            <pc:docMk/>
            <pc:sldMk cId="0" sldId="275"/>
            <ac:spMk id="6" creationId="{00000000-0000-0000-0000-000000000000}"/>
          </ac:spMkLst>
        </pc:spChg>
      </pc:sldChg>
      <pc:sldChg chg="modSp mod setBg">
        <pc:chgData name="Ohad Shimon" userId="8de6e3ae-4a0f-4fec-872c-186cd6cf249a" providerId="ADAL" clId="{ADE3BD1B-332C-4690-A1CA-8247EEEB03FD}" dt="2026-04-18T10:03:46.050" v="228" actId="20577"/>
        <pc:sldMkLst>
          <pc:docMk/>
          <pc:sldMk cId="0" sldId="276"/>
        </pc:sldMkLst>
        <pc:spChg chg="mod">
          <ac:chgData name="Ohad Shimon" userId="8de6e3ae-4a0f-4fec-872c-186cd6cf249a" providerId="ADAL" clId="{ADE3BD1B-332C-4690-A1CA-8247EEEB03FD}" dt="2026-04-16T23:02:25.392" v="53" actId="403"/>
          <ac:spMkLst>
            <pc:docMk/>
            <pc:sldMk cId="0" sldId="276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8:39.603" v="209" actId="207"/>
          <ac:spMkLst>
            <pc:docMk/>
            <pc:sldMk cId="0" sldId="276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5:22.024" v="182" actId="1076"/>
          <ac:spMkLst>
            <pc:docMk/>
            <pc:sldMk cId="0" sldId="276"/>
            <ac:spMk id="4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8T10:03:46.050" v="228" actId="20577"/>
          <ac:spMkLst>
            <pc:docMk/>
            <pc:sldMk cId="0" sldId="276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2:07.909" v="47" actId="403"/>
          <ac:spMkLst>
            <pc:docMk/>
            <pc:sldMk cId="0" sldId="276"/>
            <ac:spMk id="6" creationId="{00000000-0000-0000-0000-000000000000}"/>
          </ac:spMkLst>
        </pc:spChg>
      </pc:sldChg>
      <pc:sldChg chg="modSp mod setBg">
        <pc:chgData name="Ohad Shimon" userId="8de6e3ae-4a0f-4fec-872c-186cd6cf249a" providerId="ADAL" clId="{ADE3BD1B-332C-4690-A1CA-8247EEEB03FD}" dt="2026-04-17T15:49:05.895" v="214" actId="403"/>
        <pc:sldMkLst>
          <pc:docMk/>
          <pc:sldMk cId="0" sldId="277"/>
        </pc:sldMkLst>
        <pc:spChg chg="mod">
          <ac:chgData name="Ohad Shimon" userId="8de6e3ae-4a0f-4fec-872c-186cd6cf249a" providerId="ADAL" clId="{ADE3BD1B-332C-4690-A1CA-8247EEEB03FD}" dt="2026-04-16T23:02:48.509" v="64" actId="403"/>
          <ac:spMkLst>
            <pc:docMk/>
            <pc:sldMk cId="0" sldId="277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9:05.895" v="214" actId="403"/>
          <ac:spMkLst>
            <pc:docMk/>
            <pc:sldMk cId="0" sldId="277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2:44.912" v="63" actId="404"/>
          <ac:spMkLst>
            <pc:docMk/>
            <pc:sldMk cId="0" sldId="277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2:44.912" v="63" actId="404"/>
          <ac:spMkLst>
            <pc:docMk/>
            <pc:sldMk cId="0" sldId="277"/>
            <ac:spMk id="6" creationId="{00000000-0000-0000-0000-000000000000}"/>
          </ac:spMkLst>
        </pc:spChg>
      </pc:sldChg>
      <pc:sldChg chg="modSp mod setBg">
        <pc:chgData name="Ohad Shimon" userId="8de6e3ae-4a0f-4fec-872c-186cd6cf249a" providerId="ADAL" clId="{ADE3BD1B-332C-4690-A1CA-8247EEEB03FD}" dt="2026-04-17T15:49:16.676" v="218" actId="403"/>
        <pc:sldMkLst>
          <pc:docMk/>
          <pc:sldMk cId="0" sldId="278"/>
        </pc:sldMkLst>
        <pc:spChg chg="mod">
          <ac:chgData name="Ohad Shimon" userId="8de6e3ae-4a0f-4fec-872c-186cd6cf249a" providerId="ADAL" clId="{ADE3BD1B-332C-4690-A1CA-8247EEEB03FD}" dt="2026-04-16T23:03:06.304" v="72" actId="403"/>
          <ac:spMkLst>
            <pc:docMk/>
            <pc:sldMk cId="0" sldId="278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9:16.676" v="218" actId="403"/>
          <ac:spMkLst>
            <pc:docMk/>
            <pc:sldMk cId="0" sldId="278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3:03.176" v="71" actId="404"/>
          <ac:spMkLst>
            <pc:docMk/>
            <pc:sldMk cId="0" sldId="278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3:03.176" v="71" actId="404"/>
          <ac:spMkLst>
            <pc:docMk/>
            <pc:sldMk cId="0" sldId="278"/>
            <ac:spMk id="6" creationId="{00000000-0000-0000-0000-000000000000}"/>
          </ac:spMkLst>
        </pc:spChg>
      </pc:sldChg>
      <pc:sldChg chg="modSp mod setBg">
        <pc:chgData name="Ohad Shimon" userId="8de6e3ae-4a0f-4fec-872c-186cd6cf249a" providerId="ADAL" clId="{ADE3BD1B-332C-4690-A1CA-8247EEEB03FD}" dt="2026-04-17T15:49:25.458" v="223" actId="207"/>
        <pc:sldMkLst>
          <pc:docMk/>
          <pc:sldMk cId="0" sldId="279"/>
        </pc:sldMkLst>
        <pc:spChg chg="mod">
          <ac:chgData name="Ohad Shimon" userId="8de6e3ae-4a0f-4fec-872c-186cd6cf249a" providerId="ADAL" clId="{ADE3BD1B-332C-4690-A1CA-8247EEEB03FD}" dt="2026-04-16T23:03:20.511" v="77" actId="403"/>
          <ac:spMkLst>
            <pc:docMk/>
            <pc:sldMk cId="0" sldId="279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9:25.458" v="223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3:18.060" v="76" actId="255"/>
          <ac:spMkLst>
            <pc:docMk/>
            <pc:sldMk cId="0" sldId="279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3:18.060" v="76" actId="255"/>
          <ac:spMkLst>
            <pc:docMk/>
            <pc:sldMk cId="0" sldId="279"/>
            <ac:spMk id="6" creationId="{00000000-0000-0000-0000-000000000000}"/>
          </ac:spMkLst>
        </pc:spChg>
      </pc:sldChg>
      <pc:sldChg chg="modSp mod setBg">
        <pc:chgData name="Ohad Shimon" userId="8de6e3ae-4a0f-4fec-872c-186cd6cf249a" providerId="ADAL" clId="{ADE3BD1B-332C-4690-A1CA-8247EEEB03FD}" dt="2026-04-17T15:49:35.637" v="227" actId="403"/>
        <pc:sldMkLst>
          <pc:docMk/>
          <pc:sldMk cId="0" sldId="280"/>
        </pc:sldMkLst>
        <pc:spChg chg="mod">
          <ac:chgData name="Ohad Shimon" userId="8de6e3ae-4a0f-4fec-872c-186cd6cf249a" providerId="ADAL" clId="{ADE3BD1B-332C-4690-A1CA-8247EEEB03FD}" dt="2026-04-16T23:03:32.462" v="87" actId="403"/>
          <ac:spMkLst>
            <pc:docMk/>
            <pc:sldMk cId="0" sldId="280"/>
            <ac:spMk id="2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7T15:49:35.637" v="227" actId="403"/>
          <ac:spMkLst>
            <pc:docMk/>
            <pc:sldMk cId="0" sldId="280"/>
            <ac:spMk id="3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3:30.400" v="86" actId="403"/>
          <ac:spMkLst>
            <pc:docMk/>
            <pc:sldMk cId="0" sldId="280"/>
            <ac:spMk id="5" creationId="{00000000-0000-0000-0000-000000000000}"/>
          </ac:spMkLst>
        </pc:spChg>
        <pc:spChg chg="mod">
          <ac:chgData name="Ohad Shimon" userId="8de6e3ae-4a0f-4fec-872c-186cd6cf249a" providerId="ADAL" clId="{ADE3BD1B-332C-4690-A1CA-8247EEEB03FD}" dt="2026-04-16T23:03:30.400" v="86" actId="403"/>
          <ac:spMkLst>
            <pc:docMk/>
            <pc:sldMk cId="0" sldId="280"/>
            <ac:spMk id="6" creationId="{00000000-0000-0000-0000-000000000000}"/>
          </ac:spMkLst>
        </pc:spChg>
      </pc:sldChg>
      <pc:sldChg chg="modSp add mod">
        <pc:chgData name="Ohad Shimon" userId="8de6e3ae-4a0f-4fec-872c-186cd6cf249a" providerId="ADAL" clId="{ADE3BD1B-332C-4690-A1CA-8247EEEB03FD}" dt="2026-04-17T09:57:49.603" v="109" actId="20577"/>
        <pc:sldMkLst>
          <pc:docMk/>
          <pc:sldMk cId="2021783044" sldId="2147308789"/>
        </pc:sldMkLst>
        <pc:spChg chg="mod">
          <ac:chgData name="Ohad Shimon" userId="8de6e3ae-4a0f-4fec-872c-186cd6cf249a" providerId="ADAL" clId="{ADE3BD1B-332C-4690-A1CA-8247EEEB03FD}" dt="2026-04-17T09:57:49.603" v="109" actId="20577"/>
          <ac:spMkLst>
            <pc:docMk/>
            <pc:sldMk cId="2021783044" sldId="2147308789"/>
            <ac:spMk id="4" creationId="{946500DE-13A3-0748-8DCC-FE9096A2EF2E}"/>
          </ac:spMkLst>
        </pc:spChg>
      </pc:sldChg>
      <pc:sldChg chg="modSp add mod">
        <pc:chgData name="Ohad Shimon" userId="8de6e3ae-4a0f-4fec-872c-186cd6cf249a" providerId="ADAL" clId="{ADE3BD1B-332C-4690-A1CA-8247EEEB03FD}" dt="2026-04-17T10:46:28.385" v="149" actId="14100"/>
        <pc:sldMkLst>
          <pc:docMk/>
          <pc:sldMk cId="228025375" sldId="2147308790"/>
        </pc:sldMkLst>
        <pc:spChg chg="mod">
          <ac:chgData name="Ohad Shimon" userId="8de6e3ae-4a0f-4fec-872c-186cd6cf249a" providerId="ADAL" clId="{ADE3BD1B-332C-4690-A1CA-8247EEEB03FD}" dt="2026-04-17T10:46:28.385" v="149" actId="14100"/>
          <ac:spMkLst>
            <pc:docMk/>
            <pc:sldMk cId="228025375" sldId="2147308790"/>
            <ac:spMk id="4" creationId="{2941E59B-C5B1-DF0B-1EDF-CE459CF051A9}"/>
          </ac:spMkLst>
        </pc:spChg>
      </pc:sldChg>
      <pc:sldChg chg="modSp add mod ord">
        <pc:chgData name="Ohad Shimon" userId="8de6e3ae-4a0f-4fec-872c-186cd6cf249a" providerId="ADAL" clId="{ADE3BD1B-332C-4690-A1CA-8247EEEB03FD}" dt="2026-04-17T10:46:43.581" v="164" actId="20577"/>
        <pc:sldMkLst>
          <pc:docMk/>
          <pc:sldMk cId="2136922552" sldId="2147308791"/>
        </pc:sldMkLst>
        <pc:spChg chg="mod">
          <ac:chgData name="Ohad Shimon" userId="8de6e3ae-4a0f-4fec-872c-186cd6cf249a" providerId="ADAL" clId="{ADE3BD1B-332C-4690-A1CA-8247EEEB03FD}" dt="2026-04-17T10:46:43.581" v="164" actId="20577"/>
          <ac:spMkLst>
            <pc:docMk/>
            <pc:sldMk cId="2136922552" sldId="2147308791"/>
            <ac:spMk id="4" creationId="{96856CDE-801A-CB68-0C55-9B6927B9444F}"/>
          </ac:spMkLst>
        </pc:spChg>
      </pc:sldChg>
      <pc:sldChg chg="modSp add mod ord">
        <pc:chgData name="Ohad Shimon" userId="8de6e3ae-4a0f-4fec-872c-186cd6cf249a" providerId="ADAL" clId="{ADE3BD1B-332C-4690-A1CA-8247EEEB03FD}" dt="2026-04-17T10:47:03.777" v="177" actId="20577"/>
        <pc:sldMkLst>
          <pc:docMk/>
          <pc:sldMk cId="2460488676" sldId="2147308792"/>
        </pc:sldMkLst>
        <pc:spChg chg="mod">
          <ac:chgData name="Ohad Shimon" userId="8de6e3ae-4a0f-4fec-872c-186cd6cf249a" providerId="ADAL" clId="{ADE3BD1B-332C-4690-A1CA-8247EEEB03FD}" dt="2026-04-17T10:47:03.777" v="177" actId="20577"/>
          <ac:spMkLst>
            <pc:docMk/>
            <pc:sldMk cId="2460488676" sldId="2147308792"/>
            <ac:spMk id="4" creationId="{577B78A9-FFB1-84BB-68A4-40FCFD56FA1A}"/>
          </ac:spMkLst>
        </pc:spChg>
      </pc:sldChg>
      <pc:sldChg chg="modSp add del setBg">
        <pc:chgData name="Ohad Shimon" userId="8de6e3ae-4a0f-4fec-872c-186cd6cf249a" providerId="ADAL" clId="{ADE3BD1B-332C-4690-A1CA-8247EEEB03FD}" dt="2026-04-17T10:19:19.299" v="134" actId="47"/>
        <pc:sldMkLst>
          <pc:docMk/>
          <pc:sldMk cId="1561960888" sldId="2147308828"/>
        </pc:sldMkLst>
        <pc:spChg chg="mod">
          <ac:chgData name="Ohad Shimon" userId="8de6e3ae-4a0f-4fec-872c-186cd6cf249a" providerId="ADAL" clId="{ADE3BD1B-332C-4690-A1CA-8247EEEB03FD}" dt="2026-04-17T10:11:20.688" v="132"/>
          <ac:spMkLst>
            <pc:docMk/>
            <pc:sldMk cId="1561960888" sldId="2147308828"/>
            <ac:spMk id="2" creationId="{DB06E589-3452-CB54-BA87-850C213A7CCA}"/>
          </ac:spMkLst>
        </pc:spChg>
        <pc:spChg chg="mod">
          <ac:chgData name="Ohad Shimon" userId="8de6e3ae-4a0f-4fec-872c-186cd6cf249a" providerId="ADAL" clId="{ADE3BD1B-332C-4690-A1CA-8247EEEB03FD}" dt="2026-04-17T10:11:40.433" v="133"/>
          <ac:spMkLst>
            <pc:docMk/>
            <pc:sldMk cId="1561960888" sldId="2147308828"/>
            <ac:spMk id="3" creationId="{614ACA8F-33F4-589E-07E2-A47A538103EF}"/>
          </ac:spMkLst>
        </pc:spChg>
      </pc:sldChg>
      <pc:sldMasterChg chg="delSldLayout modSldLayout">
        <pc:chgData name="Ohad Shimon" userId="8de6e3ae-4a0f-4fec-872c-186cd6cf249a" providerId="ADAL" clId="{ADE3BD1B-332C-4690-A1CA-8247EEEB03FD}" dt="2026-04-17T10:19:19.299" v="134" actId="47"/>
        <pc:sldMasterMkLst>
          <pc:docMk/>
          <pc:sldMasterMk cId="2789442047" sldId="2147483660"/>
        </pc:sldMasterMkLst>
        <pc:sldLayoutChg chg="setBg">
          <pc:chgData name="Ohad Shimon" userId="8de6e3ae-4a0f-4fec-872c-186cd6cf249a" providerId="ADAL" clId="{ADE3BD1B-332C-4690-A1CA-8247EEEB03FD}" dt="2026-04-17T10:08:21.012" v="129"/>
          <pc:sldLayoutMkLst>
            <pc:docMk/>
            <pc:sldMasterMk cId="2789442047" sldId="2147483660"/>
            <pc:sldLayoutMk cId="1555091408" sldId="2147483672"/>
          </pc:sldLayoutMkLst>
        </pc:sldLayoutChg>
        <pc:sldLayoutChg chg="del setBg">
          <pc:chgData name="Ohad Shimon" userId="8de6e3ae-4a0f-4fec-872c-186cd6cf249a" providerId="ADAL" clId="{ADE3BD1B-332C-4690-A1CA-8247EEEB03FD}" dt="2026-04-17T10:19:19.299" v="134" actId="47"/>
          <pc:sldLayoutMkLst>
            <pc:docMk/>
            <pc:sldMasterMk cId="2789442047" sldId="2147483660"/>
            <pc:sldLayoutMk cId="2225619989" sldId="2147483673"/>
          </pc:sldLayoutMkLst>
        </pc:sldLayoutChg>
      </pc:sldMasterChg>
      <pc:sldMasterChg chg="new del mod addSldLayout delSldLayout">
        <pc:chgData name="Ohad Shimon" userId="8de6e3ae-4a0f-4fec-872c-186cd6cf249a" providerId="ADAL" clId="{ADE3BD1B-332C-4690-A1CA-8247EEEB03FD}" dt="2026-04-17T10:04:31.330" v="112" actId="6938"/>
        <pc:sldMasterMkLst>
          <pc:docMk/>
          <pc:sldMasterMk cId="1703005623" sldId="2147483674"/>
        </pc:sldMasterMkLst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3434138090" sldId="2147483675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1617041455" sldId="2147483676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2286726681" sldId="2147483677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3740140455" sldId="2147483678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1175943885" sldId="2147483679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2776068068" sldId="2147483680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845211654" sldId="2147483681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1482760966" sldId="2147483682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272568737" sldId="2147483683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3272318405" sldId="2147483684"/>
          </pc:sldLayoutMkLst>
        </pc:sldLayoutChg>
        <pc:sldLayoutChg chg="new del replId">
          <pc:chgData name="Ohad Shimon" userId="8de6e3ae-4a0f-4fec-872c-186cd6cf249a" providerId="ADAL" clId="{ADE3BD1B-332C-4690-A1CA-8247EEEB03FD}" dt="2026-04-17T10:04:31.330" v="112" actId="6938"/>
          <pc:sldLayoutMkLst>
            <pc:docMk/>
            <pc:sldMasterMk cId="1703005623" sldId="2147483674"/>
            <pc:sldLayoutMk cId="3588517021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84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End-to-end user journey: Dataset Creation → Annotation → Propagation Loop → Training &amp; Evaluation → Deployment → Inference → Reports &amp; Comparison. Five horizontal phase lanes with connection arrows and decision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iterative active-learning cycle inside the Annotation Workspace. Left column: manual annotation per tile. Center: Propagate → mini-model → proposals. Right: Edge Cases review (Agree / Reclassify / Not a defect). Loop repeats until user is satisfied with coverage, then proceeds to Train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Six-phase pipeline: ① Finalize dataset splits → ② Configure &amp; train model → ③ Evaluate (confusion matrix, threshold) → ④ Post-model rules → ⑤ Offline inference (Agree/Disagree per tile) → ⑥ Dynamic report + comparison. Decision gates trigger retrain or rules adjustment on drift or poor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1 — Dataset Creation</a:t>
            </a:r>
          </a:p>
          <a:p>
            <a:endParaRPr/>
          </a:p>
          <a:p>
            <a:r>
              <a:t>• Step 1 — Open All Datasets</a:t>
            </a:r>
          </a:p>
          <a:p>
            <a:r>
              <a:t>• Step 2 — Click '+ New Dataset'</a:t>
            </a:r>
          </a:p>
          <a:p>
            <a:r>
              <a:t>• Step 3 — Select Dataset Type</a:t>
            </a:r>
          </a:p>
          <a:p>
            <a:r>
              <a:t>• Step 4 — Select Scan Results</a:t>
            </a:r>
          </a:p>
          <a:p>
            <a:r>
              <a:t>• Step 5 — Configure Dataset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2 — Annotation &amp; Labeling</a:t>
            </a:r>
          </a:p>
          <a:p>
            <a:endParaRPr/>
          </a:p>
          <a:p>
            <a:r>
              <a:t>• Step 1 — Navigate the Tile Queue</a:t>
            </a:r>
          </a:p>
          <a:p>
            <a:r>
              <a:t>• Step 2 — View the Tile</a:t>
            </a:r>
          </a:p>
          <a:p>
            <a:r>
              <a:t>• Step 3 — Draw Bounding Boxes</a:t>
            </a:r>
          </a:p>
          <a:p>
            <a:r>
              <a:t>• Step 4 — Assign Defect Class</a:t>
            </a:r>
          </a:p>
          <a:p>
            <a:r>
              <a:t>• Step 5 — Set Split (Train / Val / Test)</a:t>
            </a:r>
          </a:p>
          <a:p>
            <a:r>
              <a:t>• Step 6 — Save and Continue</a:t>
            </a:r>
          </a:p>
          <a:p>
            <a:r>
              <a:t>• Step 7 — Review in Dataset Tab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3 — Propagation Iterative Loop</a:t>
            </a:r>
          </a:p>
          <a:p>
            <a:endParaRPr/>
          </a:p>
          <a:p>
            <a:r>
              <a:t>• Step 1 — Annotate Seed Tiles</a:t>
            </a:r>
          </a:p>
          <a:p>
            <a:r>
              <a:t>• Step 2 — Click Propagate</a:t>
            </a:r>
          </a:p>
          <a:p>
            <a:r>
              <a:t>• Step 3 — Propagation Cycle Stats Bar Appears</a:t>
            </a:r>
          </a:p>
          <a:p>
            <a:r>
              <a:t>• Step 4 — Review Edge Cases</a:t>
            </a:r>
          </a:p>
          <a:p>
            <a:r>
              <a:t>• Step 5 — Manual Refinement</a:t>
            </a:r>
          </a:p>
          <a:p>
            <a:r>
              <a:t>• Step 6 — Propagate Again</a:t>
            </a:r>
          </a:p>
          <a:p>
            <a:r>
              <a:t>• Step 7 — Proceed to Train Model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4 — Group Splits &amp; Train Model</a:t>
            </a:r>
          </a:p>
          <a:p>
            <a:endParaRPr/>
          </a:p>
          <a:p>
            <a:r>
              <a:t>• Step 1 — Open Group Splits Modal</a:t>
            </a:r>
          </a:p>
          <a:p>
            <a:r>
              <a:t>• Step 2 — Configure Split Method &amp; Strategy</a:t>
            </a:r>
          </a:p>
          <a:p>
            <a:r>
              <a:t>• Step 3 — Set Percentages</a:t>
            </a:r>
          </a:p>
          <a:p>
            <a:r>
              <a:t>• Step 4 — Review Warnings and Apply</a:t>
            </a:r>
          </a:p>
          <a:p>
            <a:r>
              <a:t>• Step 5 — Click Train Model</a:t>
            </a:r>
          </a:p>
          <a:p>
            <a:r>
              <a:t>• Step 6 — Configure Training Job</a:t>
            </a:r>
          </a:p>
          <a:p>
            <a:r>
              <a:t>• Step 7 — Start Training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5 — Evaluate &amp; Iterate</a:t>
            </a:r>
          </a:p>
          <a:p>
            <a:endParaRPr/>
          </a:p>
          <a:p>
            <a:r>
              <a:t>• Step 1 — Open Evaluate &amp; Report</a:t>
            </a:r>
          </a:p>
          <a:p>
            <a:r>
              <a:t>• Step 2 — Review the Confusion Matrix</a:t>
            </a:r>
          </a:p>
          <a:p>
            <a:r>
              <a:t>• Step 3 — Adjust Confidence Threshold</a:t>
            </a:r>
          </a:p>
          <a:p>
            <a:r>
              <a:t>• Step 4 — Review Per-Class Metrics</a:t>
            </a:r>
          </a:p>
          <a:p>
            <a:r>
              <a:t>• Step 5 — Investigate Misclassifications</a:t>
            </a:r>
          </a:p>
          <a:p>
            <a:r>
              <a:t>• Step 6 — Iterate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6 — Post-Model Rules &amp; Models Catalog</a:t>
            </a:r>
          </a:p>
          <a:p>
            <a:endParaRPr/>
          </a:p>
          <a:p>
            <a:r>
              <a:t>• Step 1 — Open Models Catalog</a:t>
            </a:r>
          </a:p>
          <a:p>
            <a:r>
              <a:t>• Step 2 — Select a Model</a:t>
            </a:r>
          </a:p>
          <a:p>
            <a:r>
              <a:t>• Step 3 — Open Post-Model Rules Panel</a:t>
            </a:r>
          </a:p>
          <a:p>
            <a:r>
              <a:t>• Step 4 — Configure Rules</a:t>
            </a:r>
          </a:p>
          <a:p>
            <a:r>
              <a:t>• Step 5 — Toggle Rules</a:t>
            </a:r>
          </a:p>
          <a:p>
            <a:r>
              <a:t>• Step 6 — Save and Re-deploy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7 — Offline Inference</a:t>
            </a:r>
          </a:p>
          <a:p>
            <a:endParaRPr/>
          </a:p>
          <a:p>
            <a:r>
              <a:t>• Step 1 — Configure Inference Job</a:t>
            </a:r>
          </a:p>
          <a:p>
            <a:r>
              <a:t>• Step 2 — Monitor Progress</a:t>
            </a:r>
          </a:p>
          <a:p>
            <a:r>
              <a:t>• Step 3 — Review Predictions</a:t>
            </a:r>
          </a:p>
          <a:p>
            <a:r>
              <a:t>• Step 4 — Agree or Disagree</a:t>
            </a:r>
          </a:p>
          <a:p>
            <a:r>
              <a:t>• Step 5 — Disagreements Are Logged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Flow 8 — Dynamic Report &amp; Comparison Platform</a:t>
            </a:r>
          </a:p>
          <a:p>
            <a:endParaRPr/>
          </a:p>
          <a:p>
            <a:r>
              <a:t>• Step 1 — Open Inference Dynamic Report</a:t>
            </a:r>
          </a:p>
          <a:p>
            <a:r>
              <a:t>• Step 2 — Select Inference Runs</a:t>
            </a:r>
          </a:p>
          <a:p>
            <a:r>
              <a:t>• Step 3 — Review Accuracy Trend</a:t>
            </a:r>
          </a:p>
          <a:p>
            <a:r>
              <a:t>• Step 4 — Review Per-Class Accuracy</a:t>
            </a:r>
          </a:p>
          <a:p>
            <a:r>
              <a:t>• Step 5 — Inspect Disagree Log</a:t>
            </a:r>
          </a:p>
          <a:p>
            <a:r>
              <a:t>• Step 6 — Act on Drift</a:t>
            </a:r>
          </a:p>
          <a:p>
            <a:r>
              <a:t>• Step 7 — Open Comparison Platform</a:t>
            </a:r>
          </a:p>
          <a:p>
            <a:r>
              <a:t>• Step 8 — Select Items and Compare</a:t>
            </a:r>
          </a:p>
          <a:p>
            <a:r>
              <a:t>• Step 9 — Deploy the Winner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datasets in a card grid. Blue badge = ADC, Purple badge = AI Detection. Filter chips to narrow by type/status. Alt: module-selector landing page (shown in footnote).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1 of 3 in the New Dataset wizard. User picks ADC Classification or AI Detection. Type cannot be changed after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2 of 3. Scan results are auto-filtered to only show TIFF-compatible SRs for the chosen type. No manual path input needed. Multi-select with running tile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Primary hub for all annotation work. Full-width filter toolbar: SR origin + Area/Width/Length ranges. Die selection on wafer map filters tile list (shown with active 'Die (3,4)' chip — component connectivity). Tile queue shows only die-filtered tiles. TIFF B&amp;W tile canvas with 'Click to enlarge &amp; edit' hint. Propagation cycle stats bar. Explore tab = VL built-in (greyed).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Full-screen modal that opens when user clicks a tile in the workspace. Left: enlarged TIFF B&amp;W tile with selected bbox (orange, 8 resize handles) and unselected bbox. Right: support image (neighbor die, cyan border). Action bar: Add BBox | Delete Selected | Assign Class | Resize Mode | Select/Pan | Undo/Redo. Defect table below: each bbox = one row (x,y,w,h, area, split, conf, Del). Drawing a new bbox on canvas adds a row; deleting a row removes the bbox.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4th tab in the annotation workspace. Shows all defects in a sortable table. Inline split dropdown per row. Go-to-tile button jumps back to Annotate tab. Bulk reassignment bar for multi-select. Auto-allocate modal triggers Screen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workspace after 'Propagate' finishes. Edge Cases tab (orange) lights up with uncertain tiles. AI proposals shown with dashed orange bbox. Review bar: Agree / Reclassify / Not a defect. Cycle stats track progress. Repeat until satisfied, then Train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Opened from Dataset tab &gt; Auto-allocate. Global percentage sliders (Train/Val/Test = 100%). Stratified by class recommended. Preview table highlights classes below minimum sample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Triggered from 'Train Model' button in annotation toolbar. Selects backbone (RF-DETR Nano), dataset version, model name. Advanced config collapsed. Validate-only option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5×5 confusion matrix with live threshold slider. Per-class precision/recall/F1. Misclassification table links back to annotation workspace for iterative refinement.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Training Jobs table (also Validation Jobs tab). Right side panel: Post-Model Rules editor. Rules: score threshold, merge overlapping, min bbox area, max class count. Toggle on/off per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configure model + select SRs + confidence threshold. Right: tile canvas with predictions. Agree-all / Disagree / Reclassify controls. Disagreements recorded for Dynamic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Select inference runs from left panel. Accuracy trend line chart across SRs. Per-class accuracy bars. Disagree log table (AI class vs user correction). Accuracy calculation: agree% = 1 - (disagrees/total).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comparison modes: Model vs Model / Model vs Ground Truth / Algorithm vs Model. Side-by-side confusion matrices and per-class metrics. Delta panel shows improvement/regression. Tile-level diff examples. Deploy recommended model directly from this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EC8F-1D1D-D0B2-56B6-8AAE3F93E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1346836"/>
            <a:ext cx="10287000" cy="286512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99B9A-8609-0785-FBB3-7E22AEB5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4322446"/>
            <a:ext cx="10287000" cy="1986914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5E5F6-7E60-344D-86F7-ED8984A6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92FC8-3856-E840-88FB-5813429A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A1FE-D638-8A62-9D64-A2F00196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47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AD4D-7747-F7A6-2F4C-5D4C2706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1FFA0-A651-F27D-004F-3295E776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774A5-6E03-03B4-4039-A3035F5E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C174B-B906-D3C6-C134-82B32A07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1B4F-A122-F766-29A2-854AE246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66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E134-8DC6-97DD-DF52-C973D3B9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31" y="2051686"/>
            <a:ext cx="11830050" cy="3423284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7ECB-3C55-F694-A318-140C559F6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831" y="5507356"/>
            <a:ext cx="11830050" cy="1800224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C18E-2CFE-6D66-6537-40708C13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000EB-8F54-A23A-988F-858B2B044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6EABC-7B0C-1261-8339-96CCD279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0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5839-4B73-A0DA-01A0-1AFD5460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15158-5844-F6B2-C2A3-B6E9FB4A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5" y="2190750"/>
            <a:ext cx="58293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36E6F-6AC8-455E-50DD-66B0A8E62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725" y="2190750"/>
            <a:ext cx="58293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6B05B-849F-0202-026C-9D92370C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08279-4B30-27AB-4A77-7D206E9D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FEE8A-8D64-8385-687D-09EEDD84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59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BD43-F483-925E-58E2-565E65624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438150"/>
            <a:ext cx="1183005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62A62-536C-F96C-D673-5478D7542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62" y="2017396"/>
            <a:ext cx="5802510" cy="98869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2CB1C-4998-0BAD-359A-0DC07A90D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762" y="3006090"/>
            <a:ext cx="5802510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3C658-B8C3-219B-AFC2-0B50C5AC6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3725" y="2017396"/>
            <a:ext cx="5831087" cy="98869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4F27A-0FEF-1426-CB16-0E6A77CE2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3725" y="3006090"/>
            <a:ext cx="583108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5A4C17-51AD-D04E-ED87-DA3FFA48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D035B6-E785-D1FC-3137-C05CDA01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75A38-A038-0969-DB16-A9DCE1A6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41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4035-0B40-DD32-46AE-47E03D27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370E7-E398-B878-A476-A9AABE7F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71D87-5F88-8202-133D-5CB858BF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4676-9E87-12CC-1E09-4DD85EDD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8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C4AB9-2CA3-3186-1565-A21167E4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0EE4C-2243-770B-3F02-7BCE07AE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5E448-8CD6-2F06-CFC9-9F60A7DB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12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8653-7BD9-E818-22CF-7373E8CF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548640"/>
            <a:ext cx="4423767" cy="192024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72C5-DC80-FD56-0450-29B7C5E0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087" y="1184911"/>
            <a:ext cx="6943725" cy="5848350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1E15E-28B4-A4FE-D9E9-23B9BC5DB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468880"/>
            <a:ext cx="4423767" cy="4573906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D3E55-33F8-944E-D231-F1452AEF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7D699-DB9A-3517-F39D-F79376E7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D8909-EDD0-D41A-87D6-9C20579D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80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4295-47A9-62BD-F01E-E9DC286E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548640"/>
            <a:ext cx="4423767" cy="192024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EEE5C-9758-1F93-51C4-7E2C32378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1087" y="1184911"/>
            <a:ext cx="6943725" cy="5848350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467F3-29A9-A140-D9D1-8245A588B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468880"/>
            <a:ext cx="4423767" cy="4573906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DDF94-C4FE-E051-9A78-FFDF9A7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0681A-2B65-94A6-5343-A50F03EB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929F0-9699-E460-E860-C1C14F06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15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0470-18C0-739C-6BC6-3FC199DA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5BFDF-D08D-E220-B476-980B2E549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2F897-F21E-B9CC-7BFC-85277854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77578-5AF5-F943-FB5E-A0142434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064D1-B121-568C-ACC0-C4108EFF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15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E9278-C418-CE18-8699-014B342CD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15512" y="438150"/>
            <a:ext cx="2957513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A5487-3B27-FE16-D585-D7C7D40A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2975" y="438150"/>
            <a:ext cx="8701088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583C2-C1EA-3C56-0D2C-BF9EE389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4671A-ED4A-42B6-63E9-FADD00BA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60AEF-CED8-A152-084B-F66F5DE2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46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C8FE8D-6A3F-8F44-B4E7-38F85E7EC7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6726" y="1552516"/>
            <a:ext cx="1826174" cy="95592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38C105D-B854-A040-B2AE-F4256CC3D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000" y="4208145"/>
            <a:ext cx="11830050" cy="955924"/>
          </a:xfrm>
        </p:spPr>
        <p:txBody>
          <a:bodyPr anchor="ctr" anchorCtr="0">
            <a:normAutofit/>
          </a:bodyPr>
          <a:lstStyle>
            <a:lvl1pPr algn="l">
              <a:defRPr sz="5063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769B60-0278-EF48-8236-786696647FA9}"/>
              </a:ext>
            </a:extLst>
          </p:cNvPr>
          <p:cNvGrpSpPr/>
          <p:nvPr userDrawn="1"/>
        </p:nvGrpSpPr>
        <p:grpSpPr>
          <a:xfrm>
            <a:off x="1196423" y="2508440"/>
            <a:ext cx="4642751" cy="237556"/>
            <a:chOff x="954157" y="4308050"/>
            <a:chExt cx="4126890" cy="19796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CCF10F7-8FE2-B945-8187-3F5DD5624E0C}"/>
                </a:ext>
              </a:extLst>
            </p:cNvPr>
            <p:cNvSpPr/>
            <p:nvPr/>
          </p:nvSpPr>
          <p:spPr>
            <a:xfrm>
              <a:off x="4883084" y="4308050"/>
              <a:ext cx="197963" cy="197963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sz="2025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A12D42-A722-7742-825E-EF45DBC456A7}"/>
                </a:ext>
              </a:extLst>
            </p:cNvPr>
            <p:cNvCxnSpPr>
              <a:cxnSpLocks/>
            </p:cNvCxnSpPr>
            <p:nvPr/>
          </p:nvCxnSpPr>
          <p:spPr>
            <a:xfrm>
              <a:off x="954157" y="4418815"/>
              <a:ext cx="3928927" cy="0"/>
            </a:xfrm>
            <a:prstGeom prst="line">
              <a:avLst/>
            </a:prstGeom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0E2DC6A-3BBA-AE4C-9A56-DCFBE3BE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00" y="7499521"/>
            <a:ext cx="11327675" cy="4381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</a:t>
            </a:r>
            <a:endParaRPr lang="en-IL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1B1259-FFC4-2F41-863B-BF5E35E8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71289" y="7499521"/>
            <a:ext cx="61831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IL" smtClean="0">
                <a:solidFill>
                  <a:srgbClr val="17314F"/>
                </a:solidFill>
              </a:defRPr>
            </a:lvl1pPr>
          </a:lstStyle>
          <a:p>
            <a:fld id="{02D86E5D-EC17-CB46-882F-881BFE772676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509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7B2C4-5E65-4BB5-37D2-13F15300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438150"/>
            <a:ext cx="1183005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2BA63-9EBC-AB7C-4663-B031063FD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2190750"/>
            <a:ext cx="1183005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255B-E684-18E5-0668-02E84DD58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5" y="7627621"/>
            <a:ext cx="30861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26712-CF3D-4DCE-8FED-1411E00B18C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B4BD1-DDA4-C4D4-507E-DE56F52CA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25" y="7627621"/>
            <a:ext cx="46291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09070-39C6-ACEC-78D3-A6E3A005A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6925" y="7627621"/>
            <a:ext cx="30861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4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0D9B-6EDE-36B9-93A4-9A50B78E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6500DE-13A3-0748-8DCC-FE9096A2E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001" y="4202311"/>
            <a:ext cx="4127255" cy="2392984"/>
          </a:xfrm>
        </p:spPr>
        <p:txBody>
          <a:bodyPr>
            <a:normAutofit/>
          </a:bodyPr>
          <a:lstStyle/>
          <a:p>
            <a:r>
              <a:rPr lang="en-US" dirty="0"/>
              <a:t>VL-AI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783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01C3-7383-6997-D9A8-299C6D88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41E59B-C5B1-DF0B-1EDF-CE459CF05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001" y="4202311"/>
            <a:ext cx="5283833" cy="2392984"/>
          </a:xfrm>
        </p:spPr>
        <p:txBody>
          <a:bodyPr>
            <a:normAutofit/>
          </a:bodyPr>
          <a:lstStyle/>
          <a:p>
            <a:r>
              <a:rPr lang="en-US" dirty="0"/>
              <a:t>Flow Diagrams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2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ow_00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Flow 0 — Full Lifecycle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ow_01_annotation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Flow 1 — Annotation &amp; Propagation Loop (Detailed)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ow_02_training_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Flow 2 — Training &amp; Deployment Pipeline (Detailed)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1FA6-CE76-48A8-25BB-D80EF631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856CDE-801A-CB68-0C55-9B6927B94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001" y="4202311"/>
            <a:ext cx="5283833" cy="2392984"/>
          </a:xfrm>
        </p:spPr>
        <p:txBody>
          <a:bodyPr>
            <a:normAutofit/>
          </a:bodyPr>
          <a:lstStyle/>
          <a:p>
            <a:r>
              <a:rPr lang="en-US" dirty="0"/>
              <a:t>User Story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692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33795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388BFD"/>
                </a:solidFill>
              </a:rPr>
              <a:t>Flow 1 — </a:t>
            </a:r>
            <a:r>
              <a:rPr sz="2400" b="1" dirty="0">
                <a:solidFill>
                  <a:srgbClr val="388BFD"/>
                </a:solidFill>
              </a:rPr>
              <a:t>Dataset</a:t>
            </a:r>
            <a:r>
              <a:rPr sz="2200" b="1" dirty="0">
                <a:solidFill>
                  <a:srgbClr val="388BFD"/>
                </a:solidFill>
              </a:rPr>
              <a:t>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496669"/>
            <a:ext cx="13350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From the home screen to a ready-to-annotate dataset workspace.
Covers: All Datasets → Create New Dataset wizard (type selector, SR list, configure).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2000" b="1" dirty="0">
                <a:solidFill>
                  <a:srgbClr val="388BFD"/>
                </a:solidFill>
              </a:rPr>
              <a:t>Step 1 — Open All Datasets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opens the VL platform. The home screen shows the </a:t>
            </a:r>
            <a:r>
              <a:rPr sz="1400" b="1" dirty="0">
                <a:solidFill>
                  <a:srgbClr val="22D3EE"/>
                </a:solidFill>
              </a:rPr>
              <a:t>All Datasets</a:t>
            </a:r>
            <a:r>
              <a:rPr sz="1400" dirty="0">
                <a:solidFill>
                  <a:srgbClr val="E6EDF3"/>
                </a:solidFill>
              </a:rPr>
              <a:t> grid — card-per-dataset, each with a type badge (</a:t>
            </a:r>
            <a:r>
              <a:rPr sz="1400" b="1" dirty="0">
                <a:solidFill>
                  <a:srgbClr val="E6EDF3"/>
                </a:solidFill>
              </a:rPr>
              <a:t>ADC</a:t>
            </a:r>
            <a:r>
              <a:rPr sz="1400" dirty="0">
                <a:solidFill>
                  <a:srgbClr val="E6EDF3"/>
                </a:solidFill>
              </a:rPr>
              <a:t> = blue, </a:t>
            </a:r>
            <a:r>
              <a:rPr sz="1400" b="1" dirty="0">
                <a:solidFill>
                  <a:srgbClr val="E6EDF3"/>
                </a:solidFill>
              </a:rPr>
              <a:t>AI Detection</a:t>
            </a:r>
            <a:r>
              <a:rPr sz="1400" dirty="0">
                <a:solidFill>
                  <a:srgbClr val="E6EDF3"/>
                </a:solidFill>
              </a:rPr>
              <a:t> = purple) and a status badge (</a:t>
            </a:r>
            <a:r>
              <a:rPr sz="1400" b="1" dirty="0">
                <a:solidFill>
                  <a:srgbClr val="E6EDF3"/>
                </a:solidFill>
              </a:rPr>
              <a:t>READY</a:t>
            </a:r>
            <a:r>
              <a:rPr sz="1400" dirty="0">
                <a:solidFill>
                  <a:srgbClr val="E6EDF3"/>
                </a:solidFill>
              </a:rPr>
              <a:t> / </a:t>
            </a:r>
            <a:r>
              <a:rPr sz="1400" b="1" dirty="0">
                <a:solidFill>
                  <a:srgbClr val="E6EDF3"/>
                </a:solidFill>
              </a:rPr>
              <a:t>DRAFT</a:t>
            </a:r>
            <a:r>
              <a:rPr sz="1400" dirty="0">
                <a:solidFill>
                  <a:srgbClr val="E6EDF3"/>
                </a:solidFill>
              </a:rPr>
              <a:t> / </a:t>
            </a:r>
            <a:r>
              <a:rPr sz="1400" b="1" dirty="0">
                <a:solidFill>
                  <a:srgbClr val="E6EDF3"/>
                </a:solidFill>
              </a:rPr>
              <a:t>ERROR</a:t>
            </a:r>
            <a:r>
              <a:rPr sz="1400" dirty="0">
                <a:solidFill>
                  <a:srgbClr val="E6EDF3"/>
                </a:solidFill>
              </a:rPr>
              <a:t>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can filter by Type, Job, Status or search by name using the chip-style filter bar.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8BFD"/>
                </a:solidFill>
              </a:rPr>
              <a:t>Step 2 — Click '+ New Dataset'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clicks the </a:t>
            </a:r>
            <a:r>
              <a:rPr sz="1400" b="1" dirty="0">
                <a:solidFill>
                  <a:srgbClr val="22D3EE"/>
                </a:solidFill>
              </a:rPr>
              <a:t>+ New Dataset</a:t>
            </a:r>
            <a:r>
              <a:rPr sz="1400" dirty="0">
                <a:solidFill>
                  <a:srgbClr val="E6EDF3"/>
                </a:solidFill>
              </a:rPr>
              <a:t> button (top-right).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Create New Dataset wizard opens. A left-side step panel shows the 3 setup stages.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8BFD"/>
                </a:solidFill>
              </a:rPr>
              <a:t>Step 3 — Select Dataset Type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Wizard Step 1 of 3. Two cards are displayed: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E6EDF3"/>
                </a:solidFill>
              </a:rPr>
              <a:t>ADC Classification</a:t>
            </a:r>
            <a:r>
              <a:rPr sz="1400" dirty="0">
                <a:solidFill>
                  <a:srgbClr val="E6EDF3"/>
                </a:solidFill>
              </a:rPr>
              <a:t> — classify pre-detected defect tiles. One defect per image. Task: assign class label.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E6EDF3"/>
                </a:solidFill>
              </a:rPr>
              <a:t>AI Detection</a:t>
            </a:r>
            <a:r>
              <a:rPr sz="1400" dirty="0">
                <a:solidFill>
                  <a:srgbClr val="E6EDF3"/>
                </a:solidFill>
              </a:rPr>
              <a:t> — detect &amp; classify defects in full scan images. Multiple defects per image. Task: draw bounding boxes + assign class.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clicks the appropriate card. </a:t>
            </a:r>
            <a:r>
              <a:rPr sz="1400" b="1" dirty="0">
                <a:solidFill>
                  <a:srgbClr val="22D3EE"/>
                </a:solidFill>
              </a:rPr>
              <a:t>Type cannot be changed after dataset creation.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clicks </a:t>
            </a:r>
            <a:r>
              <a:rPr sz="1400" b="1" dirty="0">
                <a:solidFill>
                  <a:srgbClr val="22D3EE"/>
                </a:solidFill>
              </a:rPr>
              <a:t>Next →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lang="en-US" sz="2000" b="1" dirty="0">
                <a:solidFill>
                  <a:srgbClr val="388BFD"/>
                </a:solidFill>
              </a:rPr>
              <a:t>Step 4 — Select Scan Results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E6EDF3"/>
                </a:solidFill>
              </a:rPr>
              <a:t>Wizard Step 2 of 3. The system </a:t>
            </a:r>
            <a:r>
              <a:rPr lang="en-US" sz="1400" b="1" dirty="0">
                <a:solidFill>
                  <a:srgbClr val="E6EDF3"/>
                </a:solidFill>
              </a:rPr>
              <a:t>automatically filters</a:t>
            </a:r>
            <a:r>
              <a:rPr lang="en-US" sz="1400" dirty="0">
                <a:solidFill>
                  <a:srgbClr val="E6EDF3"/>
                </a:solidFill>
              </a:rPr>
              <a:t> scan results to show only SRs that meet the selected type's requirements (TIFF images present, compatible format).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Incompatible SRs are hidden or shown greyed-out with a reason tooltip (</a:t>
            </a:r>
            <a:r>
              <a:rPr lang="en-US" sz="1400" b="1" dirty="0">
                <a:solidFill>
                  <a:srgbClr val="22D3EE"/>
                </a:solidFill>
              </a:rPr>
              <a:t>⚠ No TIFF</a:t>
            </a:r>
            <a:r>
              <a:rPr lang="en-US" sz="1400" dirty="0">
                <a:solidFill>
                  <a:srgbClr val="E6EDF3"/>
                </a:solidFill>
              </a:rPr>
              <a:t>).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User applies additional filters (Job, Recipe, Tool, Date) or searches by SR name.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User selects one or more SRs using checkboxes.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A footer shows: </a:t>
            </a:r>
            <a:r>
              <a:rPr lang="en-US" sz="1400" b="1" dirty="0">
                <a:solidFill>
                  <a:srgbClr val="22D3EE"/>
                </a:solidFill>
              </a:rPr>
              <a:t>N scan results selected  (X tiles total)</a:t>
            </a:r>
            <a:r>
              <a:rPr lang="en-US"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User clicks </a:t>
            </a:r>
            <a:r>
              <a:rPr lang="en-US" sz="1400" b="1" dirty="0">
                <a:solidFill>
                  <a:srgbClr val="22D3EE"/>
                </a:solidFill>
              </a:rPr>
              <a:t>Next →</a:t>
            </a:r>
            <a:r>
              <a:rPr lang="en-US"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800"/>
              </a:spcBef>
            </a:pPr>
            <a:r>
              <a:rPr lang="en-US" sz="2000" b="1" dirty="0">
                <a:solidFill>
                  <a:srgbClr val="388BFD"/>
                </a:solidFill>
              </a:rPr>
              <a:t>Step 5 — Configure Dataset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E6EDF3"/>
                </a:solidFill>
              </a:rPr>
              <a:t>Wizard Step 3 of 3.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User enters a </a:t>
            </a:r>
            <a:r>
              <a:rPr lang="en-US" sz="1400" b="1" dirty="0">
                <a:solidFill>
                  <a:srgbClr val="E6EDF3"/>
                </a:solidFill>
              </a:rPr>
              <a:t>Dataset name</a:t>
            </a:r>
            <a:r>
              <a:rPr lang="en-US" sz="1400" dirty="0">
                <a:solidFill>
                  <a:srgbClr val="E6EDF3"/>
                </a:solidFill>
              </a:rPr>
              <a:t> (auto-suggested from SR names).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For AI Detection type: optional toggle </a:t>
            </a:r>
            <a:r>
              <a:rPr lang="en-US" sz="1400" b="1" dirty="0">
                <a:solidFill>
                  <a:srgbClr val="22D3EE"/>
                </a:solidFill>
              </a:rPr>
              <a:t>Use detection annotation</a:t>
            </a:r>
            <a:r>
              <a:rPr lang="en-US" sz="1400" dirty="0">
                <a:solidFill>
                  <a:srgbClr val="E6EDF3"/>
                </a:solidFill>
              </a:rPr>
              <a:t> — if ON, the system auto-proposes initial bounding boxes before manual refinement.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User clicks </a:t>
            </a:r>
            <a:r>
              <a:rPr lang="en-US" sz="1400" b="1" dirty="0">
                <a:solidFill>
                  <a:srgbClr val="22D3EE"/>
                </a:solidFill>
              </a:rPr>
              <a:t>Create Dataset</a:t>
            </a:r>
            <a:r>
              <a:rPr lang="en-US"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A tile-break job starts in the background (visible in Task Manager).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E6EDF3"/>
                </a:solidFill>
              </a:rPr>
              <a:t>When complete, the dataset's </a:t>
            </a:r>
            <a:r>
              <a:rPr lang="en-US" sz="1400" b="1" dirty="0">
                <a:solidFill>
                  <a:srgbClr val="22D3EE"/>
                </a:solidFill>
              </a:rPr>
              <a:t>Annotation Workspace</a:t>
            </a:r>
            <a:r>
              <a:rPr lang="en-US" sz="1400" dirty="0">
                <a:solidFill>
                  <a:srgbClr val="E6EDF3"/>
                </a:solidFill>
              </a:rPr>
              <a:t> opens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43027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22D3EE"/>
                </a:solidFill>
              </a:rPr>
              <a:t>Flow 2 — Annotation &amp;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461659"/>
            <a:ext cx="13350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Manual defect annotation inside the Annotation Workspace.
Covers: tile navigation, bounding boxes, class assignment, split tagging, Dataset Review tab.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2000" b="1" dirty="0">
                <a:solidFill>
                  <a:srgbClr val="22D3EE"/>
                </a:solidFill>
              </a:rPr>
              <a:t>Step 1 — Navigate the Tile Queue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The </a:t>
            </a:r>
            <a:r>
              <a:rPr sz="1400" b="1" dirty="0">
                <a:solidFill>
                  <a:srgbClr val="22D3EE"/>
                </a:solidFill>
              </a:rPr>
              <a:t>Annotation Workspace</a:t>
            </a:r>
            <a:r>
              <a:rPr sz="1400" dirty="0">
                <a:solidFill>
                  <a:srgbClr val="E6EDF3"/>
                </a:solidFill>
              </a:rPr>
              <a:t> opens on the Annotate tab. The left panel shows the tile queue with two sub-tabs: </a:t>
            </a:r>
            <a:r>
              <a:rPr sz="1400" b="1" dirty="0">
                <a:solidFill>
                  <a:srgbClr val="E6EDF3"/>
                </a:solidFill>
              </a:rPr>
              <a:t>Unlabeled</a:t>
            </a:r>
            <a:r>
              <a:rPr sz="1400" dirty="0">
                <a:solidFill>
                  <a:srgbClr val="E6EDF3"/>
                </a:solidFill>
              </a:rPr>
              <a:t> and </a:t>
            </a:r>
            <a:r>
              <a:rPr sz="1400" b="1" dirty="0">
                <a:solidFill>
                  <a:srgbClr val="E6EDF3"/>
                </a:solidFill>
              </a:rPr>
              <a:t>Labeled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selects a tile from the queue (thumbnail + tile number + defect count shown per row).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Alternatively, user types a Tile / Frame / Die # into the </a:t>
            </a:r>
            <a:r>
              <a:rPr sz="1400" b="1" dirty="0">
                <a:solidFill>
                  <a:srgbClr val="22D3EE"/>
                </a:solidFill>
              </a:rPr>
              <a:t>Jump</a:t>
            </a:r>
            <a:r>
              <a:rPr sz="1400" dirty="0">
                <a:solidFill>
                  <a:srgbClr val="E6EDF3"/>
                </a:solidFill>
              </a:rPr>
              <a:t> input and clicks </a:t>
            </a:r>
            <a:r>
              <a:rPr sz="1400" b="1" dirty="0">
                <a:solidFill>
                  <a:srgbClr val="22D3EE"/>
                </a:solidFill>
              </a:rPr>
              <a:t>Go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Filter pills (</a:t>
            </a:r>
            <a:r>
              <a:rPr sz="1400" b="1" dirty="0">
                <a:solidFill>
                  <a:srgbClr val="22D3EE"/>
                </a:solidFill>
              </a:rPr>
              <a:t>Has </a:t>
            </a:r>
            <a:r>
              <a:rPr sz="1400" b="1" dirty="0" err="1">
                <a:solidFill>
                  <a:srgbClr val="22D3EE"/>
                </a:solidFill>
              </a:rPr>
              <a:t>BBox</a:t>
            </a:r>
            <a:r>
              <a:rPr sz="1400" dirty="0">
                <a:solidFill>
                  <a:srgbClr val="E6EDF3"/>
                </a:solidFill>
              </a:rPr>
              <a:t>, </a:t>
            </a:r>
            <a:r>
              <a:rPr sz="1400" b="1" dirty="0">
                <a:solidFill>
                  <a:srgbClr val="22D3EE"/>
                </a:solidFill>
              </a:rPr>
              <a:t>Class ▾</a:t>
            </a:r>
            <a:r>
              <a:rPr sz="1400" dirty="0">
                <a:solidFill>
                  <a:srgbClr val="E6EDF3"/>
                </a:solidFill>
              </a:rPr>
              <a:t>, </a:t>
            </a:r>
            <a:r>
              <a:rPr sz="1400" b="1" dirty="0">
                <a:solidFill>
                  <a:srgbClr val="22D3EE"/>
                </a:solidFill>
              </a:rPr>
              <a:t>Split ▾</a:t>
            </a:r>
            <a:r>
              <a:rPr sz="1400" dirty="0">
                <a:solidFill>
                  <a:srgbClr val="E6EDF3"/>
                </a:solidFill>
              </a:rPr>
              <a:t>) narrow the visible queue.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 </a:t>
            </a:r>
            <a:r>
              <a:rPr sz="1400" b="1" dirty="0">
                <a:solidFill>
                  <a:srgbClr val="E6EDF3"/>
                </a:solidFill>
              </a:rPr>
              <a:t>mini wafer map</a:t>
            </a:r>
            <a:r>
              <a:rPr sz="1400" dirty="0">
                <a:solidFill>
                  <a:srgbClr val="E6EDF3"/>
                </a:solidFill>
              </a:rPr>
              <a:t> at the bottom shows tile positions; clicking a dot navigates to that tile.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22D3EE"/>
                </a:solidFill>
              </a:rPr>
              <a:t>Step 2 — View the Tile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The center canvas shows the selected tile's image in </a:t>
            </a:r>
            <a:r>
              <a:rPr sz="1400" b="1" dirty="0">
                <a:solidFill>
                  <a:srgbClr val="E6EDF3"/>
                </a:solidFill>
              </a:rPr>
              <a:t>B&amp;W mode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user can toggle to </a:t>
            </a:r>
            <a:r>
              <a:rPr sz="1400" b="1" dirty="0">
                <a:solidFill>
                  <a:srgbClr val="22D3EE"/>
                </a:solidFill>
              </a:rPr>
              <a:t>Support Image</a:t>
            </a:r>
            <a:r>
              <a:rPr sz="1400" dirty="0">
                <a:solidFill>
                  <a:srgbClr val="E6EDF3"/>
                </a:solidFill>
              </a:rPr>
              <a:t> (neighbor die, shown with a cyan border) to compare context.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Zoom controls (100%, fit, 1:1) and pan are available.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22D3EE"/>
                </a:solidFill>
              </a:rPr>
              <a:t>Step 3 — Draw Bounding Boxes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draws a bounding box by </a:t>
            </a:r>
            <a:r>
              <a:rPr sz="1400" b="1" dirty="0">
                <a:solidFill>
                  <a:srgbClr val="E6EDF3"/>
                </a:solidFill>
              </a:rPr>
              <a:t>clicking and dragging</a:t>
            </a:r>
            <a:r>
              <a:rPr sz="1400" dirty="0">
                <a:solidFill>
                  <a:srgbClr val="E6EDF3"/>
                </a:solidFill>
              </a:rPr>
              <a:t> on the canvas. A new </a:t>
            </a:r>
            <a:r>
              <a:rPr sz="1400" dirty="0" err="1">
                <a:solidFill>
                  <a:srgbClr val="E6EDF3"/>
                </a:solidFill>
              </a:rPr>
              <a:t>bbox</a:t>
            </a:r>
            <a:r>
              <a:rPr sz="1400" dirty="0">
                <a:solidFill>
                  <a:srgbClr val="E6EDF3"/>
                </a:solidFill>
              </a:rPr>
              <a:t> appears with a default outline color.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Multiple boxes per tile are supported (multi-class per tile).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can resize a box by dragging its corners/edges.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To remove a box: select it in the </a:t>
            </a:r>
            <a:r>
              <a:rPr sz="1400" b="1" dirty="0" err="1">
                <a:solidFill>
                  <a:srgbClr val="22D3EE"/>
                </a:solidFill>
              </a:rPr>
              <a:t>BBox</a:t>
            </a:r>
            <a:r>
              <a:rPr sz="1400" b="1" dirty="0">
                <a:solidFill>
                  <a:srgbClr val="22D3EE"/>
                </a:solidFill>
              </a:rPr>
              <a:t> list</a:t>
            </a:r>
            <a:r>
              <a:rPr sz="1400" dirty="0">
                <a:solidFill>
                  <a:srgbClr val="E6EDF3"/>
                </a:solidFill>
              </a:rPr>
              <a:t> panel (right Inspector) and click </a:t>
            </a:r>
            <a:r>
              <a:rPr sz="1400" b="1" dirty="0">
                <a:solidFill>
                  <a:srgbClr val="22D3EE"/>
                </a:solidFill>
              </a:rPr>
              <a:t>Del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To clear all: click </a:t>
            </a:r>
            <a:r>
              <a:rPr sz="1400" b="1" dirty="0">
                <a:solidFill>
                  <a:srgbClr val="22D3EE"/>
                </a:solidFill>
              </a:rPr>
              <a:t>Delete all annotations</a:t>
            </a:r>
            <a:r>
              <a:rPr sz="1400" dirty="0">
                <a:solidFill>
                  <a:srgbClr val="E6EDF3"/>
                </a:solidFill>
              </a:rPr>
              <a:t> in the Tile actions section.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22D3EE"/>
                </a:solidFill>
              </a:rPr>
              <a:t>Step 4 — Assign Defect Class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In the right </a:t>
            </a:r>
            <a:r>
              <a:rPr sz="1400" b="1" dirty="0">
                <a:solidFill>
                  <a:srgbClr val="22D3EE"/>
                </a:solidFill>
              </a:rPr>
              <a:t>Inspector</a:t>
            </a:r>
            <a:r>
              <a:rPr sz="1400" dirty="0">
                <a:solidFill>
                  <a:srgbClr val="E6EDF3"/>
                </a:solidFill>
              </a:rPr>
              <a:t> panel, under </a:t>
            </a:r>
            <a:r>
              <a:rPr sz="1400" b="1" dirty="0">
                <a:solidFill>
                  <a:srgbClr val="22D3EE"/>
                </a:solidFill>
              </a:rPr>
              <a:t>Defect class</a:t>
            </a:r>
            <a:r>
              <a:rPr sz="1400" dirty="0">
                <a:solidFill>
                  <a:srgbClr val="E6EDF3"/>
                </a:solidFill>
              </a:rPr>
              <a:t>, user selects the class from a dropdown.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Multiple boxes on a single tile can each have their own class (e.g., one Surface box, one Via box).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</a:t>
            </a:r>
            <a:r>
              <a:rPr sz="1400" dirty="0" err="1">
                <a:solidFill>
                  <a:srgbClr val="E6EDF3"/>
                </a:solidFill>
              </a:rPr>
              <a:t>bbox</a:t>
            </a:r>
            <a:r>
              <a:rPr sz="1400" dirty="0">
                <a:solidFill>
                  <a:srgbClr val="E6EDF3"/>
                </a:solidFill>
              </a:rPr>
              <a:t> outline color changes to reflect the assigned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 dirty="0">
                <a:solidFill>
                  <a:srgbClr val="22D3EE"/>
                </a:solidFill>
              </a:rPr>
              <a:t>Step 5 — Set Split (Train / Val / Test)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In the </a:t>
            </a:r>
            <a:r>
              <a:rPr sz="1400" b="1" dirty="0">
                <a:solidFill>
                  <a:srgbClr val="22D3EE"/>
                </a:solidFill>
              </a:rPr>
              <a:t>Allocate tile to</a:t>
            </a:r>
            <a:r>
              <a:rPr sz="1400" dirty="0">
                <a:solidFill>
                  <a:srgbClr val="E6EDF3"/>
                </a:solidFill>
              </a:rPr>
              <a:t> section of the Inspector, user selects </a:t>
            </a:r>
            <a:r>
              <a:rPr sz="1400" b="1" dirty="0">
                <a:solidFill>
                  <a:srgbClr val="E6EDF3"/>
                </a:solidFill>
              </a:rPr>
              <a:t>Train</a:t>
            </a:r>
            <a:r>
              <a:rPr sz="1400" dirty="0">
                <a:solidFill>
                  <a:srgbClr val="E6EDF3"/>
                </a:solidFill>
              </a:rPr>
              <a:t>, </a:t>
            </a:r>
            <a:r>
              <a:rPr sz="1400" b="1" dirty="0">
                <a:solidFill>
                  <a:srgbClr val="E6EDF3"/>
                </a:solidFill>
              </a:rPr>
              <a:t>Validation</a:t>
            </a:r>
            <a:r>
              <a:rPr sz="1400" dirty="0">
                <a:solidFill>
                  <a:srgbClr val="E6EDF3"/>
                </a:solidFill>
              </a:rPr>
              <a:t>, or </a:t>
            </a:r>
            <a:r>
              <a:rPr sz="1400" b="1" dirty="0">
                <a:solidFill>
                  <a:srgbClr val="E6EDF3"/>
                </a:solidFill>
              </a:rPr>
              <a:t>Test</a:t>
            </a:r>
            <a:r>
              <a:rPr sz="1400" dirty="0">
                <a:solidFill>
                  <a:srgbClr val="E6EDF3"/>
                </a:solidFill>
              </a:rPr>
              <a:t> for the current tile.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Alternatively, splits can be bulk-assigned later via the </a:t>
            </a:r>
            <a:r>
              <a:rPr sz="1400" b="1" dirty="0">
                <a:solidFill>
                  <a:srgbClr val="22D3EE"/>
                </a:solidFill>
              </a:rPr>
              <a:t>Dataset tab</a:t>
            </a:r>
            <a:r>
              <a:rPr sz="1400" dirty="0">
                <a:solidFill>
                  <a:srgbClr val="E6EDF3"/>
                </a:solidFill>
              </a:rPr>
              <a:t> → Auto-allocate.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22D3EE"/>
                </a:solidFill>
              </a:rPr>
              <a:t>Step 6 — Save and Continue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clicks </a:t>
            </a:r>
            <a:r>
              <a:rPr sz="1400" b="1" dirty="0">
                <a:solidFill>
                  <a:srgbClr val="22D3EE"/>
                </a:solidFill>
              </a:rPr>
              <a:t>Save DB</a:t>
            </a:r>
            <a:r>
              <a:rPr sz="1400" dirty="0">
                <a:solidFill>
                  <a:srgbClr val="E6EDF3"/>
                </a:solidFill>
              </a:rPr>
              <a:t> (toolbar, bottom of canvas) to persist all annotations.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Tile moves from the Unlabeled to the Labeled sub-tab.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selects the next tile and repeats. The cycle continues until enough seeds are ready for propagation.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22D3EE"/>
                </a:solidFill>
              </a:rPr>
              <a:t>Step 7 — Review in Dataset Tab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The </a:t>
            </a:r>
            <a:r>
              <a:rPr sz="1400" b="1" dirty="0">
                <a:solidFill>
                  <a:srgbClr val="22D3EE"/>
                </a:solidFill>
              </a:rPr>
              <a:t>Dataset</a:t>
            </a:r>
            <a:r>
              <a:rPr sz="1400" dirty="0">
                <a:solidFill>
                  <a:srgbClr val="E6EDF3"/>
                </a:solidFill>
              </a:rPr>
              <a:t> tab (4th tab in the workspace) shows a cross-tile defect table — all defects from all tiles in one sortable view.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Columns: Tile #, Class (color pill), Split (inline editable dropdown), </a:t>
            </a:r>
            <a:r>
              <a:rPr sz="1400" dirty="0" err="1">
                <a:solidFill>
                  <a:srgbClr val="E6EDF3"/>
                </a:solidFill>
              </a:rPr>
              <a:t>BBox</a:t>
            </a:r>
            <a:r>
              <a:rPr sz="1400" dirty="0">
                <a:solidFill>
                  <a:srgbClr val="E6EDF3"/>
                </a:solidFill>
              </a:rPr>
              <a:t> W×H, Area, Die (X,Y), Confidence, Actions.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Inline split edit: click the Split cell → dropdown </a:t>
            </a:r>
            <a:r>
              <a:rPr sz="1400" dirty="0" err="1">
                <a:solidFill>
                  <a:srgbClr val="E6EDF3"/>
                </a:solidFill>
              </a:rPr>
              <a:t>opens.</a:t>
            </a:r>
            <a:r>
              <a:rPr sz="1400" b="1" dirty="0" err="1">
                <a:solidFill>
                  <a:srgbClr val="22D3EE"/>
                </a:solidFill>
              </a:rPr>
              <a:t>Go</a:t>
            </a:r>
            <a:r>
              <a:rPr sz="1400" b="1" dirty="0">
                <a:solidFill>
                  <a:srgbClr val="22D3EE"/>
                </a:solidFill>
              </a:rPr>
              <a:t> to tile</a:t>
            </a:r>
            <a:r>
              <a:rPr sz="1400" dirty="0">
                <a:solidFill>
                  <a:srgbClr val="E6EDF3"/>
                </a:solidFill>
              </a:rPr>
              <a:t> action jumps back to the Annotate tab with that tile focused.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Bulk reassignment: select multiple rows → Set all to Train / Val / Test.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Auto-allocate button opens the Group Splits modal.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48270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D29922"/>
                </a:solidFill>
              </a:rPr>
              <a:t>Flow 3 — Propagation Iterative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465892"/>
            <a:ext cx="133502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Active-learning cycle: label seeds → propagate → review edge cases → repeat.
The entire loop lives </a:t>
            </a:r>
            <a:r>
              <a:rPr sz="2000" dirty="0">
                <a:solidFill>
                  <a:schemeClr val="bg1">
                    <a:lumMod val="95000"/>
                  </a:schemeClr>
                </a:solidFill>
              </a:rPr>
              <a:t>inside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the Annotation Workspace.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2000" b="1" dirty="0">
                <a:solidFill>
                  <a:srgbClr val="D29922"/>
                </a:solidFill>
              </a:rPr>
              <a:t>Step 1 — Annotate Seed Tiles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manually annotates a representative sample of tiles (seeds) covering all defect classes.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No minimum count is enforced, but having at least </a:t>
            </a:r>
            <a:r>
              <a:rPr sz="1400" b="1" dirty="0">
                <a:solidFill>
                  <a:srgbClr val="E6EDF3"/>
                </a:solidFill>
              </a:rPr>
              <a:t>10–30 tiles per class</a:t>
            </a:r>
            <a:r>
              <a:rPr sz="1400" dirty="0">
                <a:solidFill>
                  <a:srgbClr val="E6EDF3"/>
                </a:solidFill>
              </a:rPr>
              <a:t> is recommended for a meaningful first propagation.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D29922"/>
                </a:solidFill>
              </a:rPr>
              <a:t>Step 2 — Click Propagate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clicks the </a:t>
            </a:r>
            <a:r>
              <a:rPr sz="1400" b="1" dirty="0">
                <a:solidFill>
                  <a:srgbClr val="22D3EE"/>
                </a:solidFill>
              </a:rPr>
              <a:t>▶  Propagate</a:t>
            </a:r>
            <a:r>
              <a:rPr sz="1400" dirty="0">
                <a:solidFill>
                  <a:srgbClr val="E6EDF3"/>
                </a:solidFill>
              </a:rPr>
              <a:t> button in the toolbar (teal, prominent).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 </a:t>
            </a:r>
            <a:r>
              <a:rPr sz="1400" b="1" dirty="0">
                <a:solidFill>
                  <a:srgbClr val="E6EDF3"/>
                </a:solidFill>
              </a:rPr>
              <a:t>mini detection model</a:t>
            </a:r>
            <a:r>
              <a:rPr sz="1400" dirty="0">
                <a:solidFill>
                  <a:srgbClr val="E6EDF3"/>
                </a:solidFill>
              </a:rPr>
              <a:t> is trained internally on the labeled seed tiles.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model then runs on </a:t>
            </a:r>
            <a:r>
              <a:rPr sz="1400" b="1" dirty="0">
                <a:solidFill>
                  <a:srgbClr val="E6EDF3"/>
                </a:solidFill>
              </a:rPr>
              <a:t>all unlabeled tiles</a:t>
            </a:r>
            <a:r>
              <a:rPr sz="1400" dirty="0">
                <a:solidFill>
                  <a:srgbClr val="E6EDF3"/>
                </a:solidFill>
              </a:rPr>
              <a:t> in the dataset and proposes annotations.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Progress is shown in the Task Manager. When complete, results appear in the workspace.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D29922"/>
                </a:solidFill>
              </a:rPr>
              <a:t>Step 3 — Propagation Cycle Stats Bar Appears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A stats bar appears above the toolbar: </a:t>
            </a:r>
            <a:r>
              <a:rPr sz="1400" b="1" dirty="0">
                <a:solidFill>
                  <a:srgbClr val="22D3EE"/>
                </a:solidFill>
              </a:rPr>
              <a:t>Cycle N — Auto-labeled: X tiles  |  Edge Cases: Y  |  Manually labeled: Z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This bar persists for all subsequent cycles, updating after each propagation run.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D29922"/>
                </a:solidFill>
              </a:rPr>
              <a:t>Step 4 — Review Edge Cases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The </a:t>
            </a:r>
            <a:r>
              <a:rPr sz="1400" b="1" dirty="0">
                <a:solidFill>
                  <a:srgbClr val="22D3EE"/>
                </a:solidFill>
              </a:rPr>
              <a:t>Edge Cases</a:t>
            </a:r>
            <a:r>
              <a:rPr sz="1400" dirty="0">
                <a:solidFill>
                  <a:srgbClr val="E6EDF3"/>
                </a:solidFill>
              </a:rPr>
              <a:t> tab (orange badge, count shown) appears in the tile queue.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Each edge case tile shows: thumbnail, AI-proposed class, and confidence % (e.g., </a:t>
            </a:r>
            <a:r>
              <a:rPr sz="1400" b="1" dirty="0">
                <a:solidFill>
                  <a:srgbClr val="22D3EE"/>
                </a:solidFill>
              </a:rPr>
              <a:t>Surface  54%</a:t>
            </a:r>
            <a:r>
              <a:rPr sz="1400" dirty="0">
                <a:solidFill>
                  <a:srgbClr val="E6EDF3"/>
                </a:solidFill>
              </a:rPr>
              <a:t>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selects a tile. The canvas shows the AI proposal with a </a:t>
            </a:r>
            <a:r>
              <a:rPr sz="1400" b="1" dirty="0">
                <a:solidFill>
                  <a:srgbClr val="E6EDF3"/>
                </a:solidFill>
              </a:rPr>
              <a:t>dashed orange </a:t>
            </a:r>
            <a:r>
              <a:rPr sz="1400" b="1" dirty="0" err="1">
                <a:solidFill>
                  <a:srgbClr val="E6EDF3"/>
                </a:solidFill>
              </a:rPr>
              <a:t>bbox</a:t>
            </a:r>
            <a:r>
              <a:rPr sz="1400" dirty="0">
                <a:solidFill>
                  <a:srgbClr val="E6EDF3"/>
                </a:solidFill>
              </a:rPr>
              <a:t> (distinguishing it from confirmed solid-color </a:t>
            </a:r>
            <a:r>
              <a:rPr sz="1400" dirty="0" err="1">
                <a:solidFill>
                  <a:srgbClr val="E6EDF3"/>
                </a:solidFill>
              </a:rPr>
              <a:t>bboxes</a:t>
            </a:r>
            <a:r>
              <a:rPr sz="1400" dirty="0">
                <a:solidFill>
                  <a:srgbClr val="E6EDF3"/>
                </a:solidFill>
              </a:rPr>
              <a:t>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 review bar below the canvas prompts: </a:t>
            </a:r>
            <a:r>
              <a:rPr sz="1400" b="1" dirty="0">
                <a:solidFill>
                  <a:srgbClr val="22D3EE"/>
                </a:solidFill>
              </a:rPr>
              <a:t>Is this annotation correct?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22D3EE"/>
                </a:solidFill>
              </a:rPr>
              <a:t>✓  Agree</a:t>
            </a:r>
            <a:r>
              <a:rPr sz="1400" dirty="0">
                <a:solidFill>
                  <a:srgbClr val="E6EDF3"/>
                </a:solidFill>
              </a:rPr>
              <a:t> — confirms the AI proposal as-is.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22D3EE"/>
                </a:solidFill>
              </a:rPr>
              <a:t>↺  Reclassify  ▾</a:t>
            </a:r>
            <a:r>
              <a:rPr sz="1400" dirty="0">
                <a:solidFill>
                  <a:srgbClr val="E6EDF3"/>
                </a:solidFill>
              </a:rPr>
              <a:t> — opens a class dropdown to change the assigned class.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22D3EE"/>
                </a:solidFill>
              </a:rPr>
              <a:t>✗  Not a defect</a:t>
            </a:r>
            <a:r>
              <a:rPr sz="1400" dirty="0">
                <a:solidFill>
                  <a:srgbClr val="E6EDF3"/>
                </a:solidFill>
              </a:rPr>
              <a:t> — removes the proposed </a:t>
            </a:r>
            <a:r>
              <a:rPr sz="1400" dirty="0" err="1">
                <a:solidFill>
                  <a:srgbClr val="E6EDF3"/>
                </a:solidFill>
              </a:rPr>
              <a:t>bbox</a:t>
            </a:r>
            <a:r>
              <a:rPr sz="1400" dirty="0">
                <a:solidFill>
                  <a:srgbClr val="E6EDF3"/>
                </a:solidFill>
              </a:rPr>
              <a:t> entirely.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navigates through edge cases with </a:t>
            </a:r>
            <a:r>
              <a:rPr sz="1400" b="1" dirty="0">
                <a:solidFill>
                  <a:srgbClr val="22D3EE"/>
                </a:solidFill>
              </a:rPr>
              <a:t>← Prev</a:t>
            </a:r>
            <a:r>
              <a:rPr sz="1400" dirty="0">
                <a:solidFill>
                  <a:srgbClr val="E6EDF3"/>
                </a:solidFill>
              </a:rPr>
              <a:t> / </a:t>
            </a:r>
            <a:r>
              <a:rPr sz="1400" b="1" dirty="0">
                <a:solidFill>
                  <a:srgbClr val="22D3EE"/>
                </a:solidFill>
              </a:rPr>
              <a:t>Next →</a:t>
            </a:r>
            <a:r>
              <a:rPr sz="1400" dirty="0">
                <a:solidFill>
                  <a:srgbClr val="E6EDF3"/>
                </a:solidFill>
              </a:rPr>
              <a:t> buttons.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D29922"/>
                </a:solidFill>
              </a:rPr>
              <a:t>Step 5 — Manual Refinement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At any point during or after edge case review, user can switch back to the tile list and manually annotate or correct any tile.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Manually corrected tiles remain in the Labeled queue and are not re-proposed by the next propagation cycle.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D29922"/>
                </a:solidFill>
              </a:rPr>
              <a:t>Step 6 — Propagate Again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After reviewing edge cases and doing any manual corrections, user clicks </a:t>
            </a:r>
            <a:r>
              <a:rPr sz="1400" b="1">
                <a:solidFill>
                  <a:srgbClr val="22D3EE"/>
                </a:solidFill>
              </a:rPr>
              <a:t>▶  Propagate Again</a:t>
            </a:r>
            <a:r>
              <a:rPr sz="140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The model retrains on the updated label set (original seeds + confirmed edge cases + manual corrections) and runs again.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The cycle counter increments. Edge Cases tab updates with new uncertain tiles.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Repeat Steps 4–6 until the user is satisfied with annotation coverage.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D29922"/>
                </a:solidFill>
              </a:rPr>
              <a:t>Step 7 — Proceed to Train Model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When the user is satisfied (edge cases are minimal, all important tiles are labeled), they click </a:t>
            </a:r>
            <a:r>
              <a:rPr sz="1400" b="1">
                <a:solidFill>
                  <a:srgbClr val="22D3EE"/>
                </a:solidFill>
              </a:rPr>
              <a:t>✦  Train Model</a:t>
            </a:r>
            <a:r>
              <a:rPr sz="1400">
                <a:solidFill>
                  <a:srgbClr val="E6EDF3"/>
                </a:solidFill>
              </a:rPr>
              <a:t> (green button, toolbar right).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This triggers the full production model training — separate from the mini propagation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48786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3FB950"/>
                </a:solidFill>
              </a:rPr>
              <a:t>Flow 4 — Group Splits &amp; Train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85216"/>
            <a:ext cx="1335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Finalize train/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val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/test allocation, then configure and launch the production training job.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2000" b="1" dirty="0">
                <a:solidFill>
                  <a:srgbClr val="3FB950"/>
                </a:solidFill>
              </a:rPr>
              <a:t>Step 1 — Open Group </a:t>
            </a:r>
            <a:r>
              <a:rPr sz="2000" b="1">
                <a:solidFill>
                  <a:srgbClr val="3FB950"/>
                </a:solidFill>
              </a:rPr>
              <a:t>Splits Mod</a:t>
            </a:r>
            <a:r>
              <a:rPr lang="en-US" sz="2000" b="1">
                <a:solidFill>
                  <a:srgbClr val="3FB950"/>
                </a:solidFill>
              </a:rPr>
              <a:t>e</a:t>
            </a:r>
            <a:r>
              <a:rPr sz="2000" b="1">
                <a:solidFill>
                  <a:srgbClr val="3FB950"/>
                </a:solidFill>
              </a:rPr>
              <a:t>l</a:t>
            </a:r>
            <a:endParaRPr sz="2000" b="1" dirty="0">
              <a:solidFill>
                <a:srgbClr val="3FB950"/>
              </a:solidFill>
            </a:endParaRP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From the </a:t>
            </a:r>
            <a:r>
              <a:rPr sz="1400" b="1" dirty="0">
                <a:solidFill>
                  <a:srgbClr val="22D3EE"/>
                </a:solidFill>
              </a:rPr>
              <a:t>Dataset tab</a:t>
            </a:r>
            <a:r>
              <a:rPr sz="1400" dirty="0">
                <a:solidFill>
                  <a:srgbClr val="E6EDF3"/>
                </a:solidFill>
              </a:rPr>
              <a:t>, user clicks </a:t>
            </a:r>
            <a:r>
              <a:rPr sz="1400" b="1" dirty="0">
                <a:solidFill>
                  <a:srgbClr val="22D3EE"/>
                </a:solidFill>
              </a:rPr>
              <a:t>Auto-allocate</a:t>
            </a:r>
            <a:r>
              <a:rPr sz="1400" dirty="0">
                <a:solidFill>
                  <a:srgbClr val="E6EDF3"/>
                </a:solidFill>
              </a:rPr>
              <a:t> (or from the toolbar).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</a:t>
            </a:r>
            <a:r>
              <a:rPr sz="1400" b="1" dirty="0">
                <a:solidFill>
                  <a:srgbClr val="22D3EE"/>
                </a:solidFill>
              </a:rPr>
              <a:t>Allocate Dataset Splits</a:t>
            </a:r>
            <a:r>
              <a:rPr sz="1400" dirty="0">
                <a:solidFill>
                  <a:srgbClr val="E6EDF3"/>
                </a:solidFill>
              </a:rPr>
              <a:t> modal opens.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FB950"/>
                </a:solidFill>
              </a:rPr>
              <a:t>Step 2 — Configure Split Method &amp; Strategy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Method: user selects </a:t>
            </a:r>
            <a:r>
              <a:rPr sz="1400" b="1" dirty="0">
                <a:solidFill>
                  <a:srgbClr val="E6EDF3"/>
                </a:solidFill>
              </a:rPr>
              <a:t>Global percentage</a:t>
            </a:r>
            <a:r>
              <a:rPr sz="1400" dirty="0">
                <a:solidFill>
                  <a:srgbClr val="E6EDF3"/>
                </a:solidFill>
              </a:rPr>
              <a:t> (recommended) or </a:t>
            </a:r>
            <a:r>
              <a:rPr sz="1400" b="1" dirty="0">
                <a:solidFill>
                  <a:srgbClr val="E6EDF3"/>
                </a:solidFill>
              </a:rPr>
              <a:t>Manual per-tile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Strategy: user selects </a:t>
            </a:r>
            <a:r>
              <a:rPr sz="1400" b="1" dirty="0">
                <a:solidFill>
                  <a:srgbClr val="E6EDF3"/>
                </a:solidFill>
              </a:rPr>
              <a:t>Stratified by class</a:t>
            </a:r>
            <a:r>
              <a:rPr sz="1400" dirty="0">
                <a:solidFill>
                  <a:srgbClr val="E6EDF3"/>
                </a:solidFill>
              </a:rPr>
              <a:t> (recommended — preserves class proportions in each split) or </a:t>
            </a:r>
            <a:r>
              <a:rPr sz="1400" b="1" dirty="0">
                <a:solidFill>
                  <a:srgbClr val="E6EDF3"/>
                </a:solidFill>
              </a:rPr>
              <a:t>Random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FB950"/>
                </a:solidFill>
              </a:rPr>
              <a:t>Step 3 — Set Percentages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Three sliders: </a:t>
            </a:r>
            <a:r>
              <a:rPr sz="1400" b="1" dirty="0">
                <a:solidFill>
                  <a:srgbClr val="E6EDF3"/>
                </a:solidFill>
              </a:rPr>
              <a:t>Train</a:t>
            </a:r>
            <a:r>
              <a:rPr sz="1400" dirty="0">
                <a:solidFill>
                  <a:srgbClr val="E6EDF3"/>
                </a:solidFill>
              </a:rPr>
              <a:t>, </a:t>
            </a:r>
            <a:r>
              <a:rPr sz="1400" b="1" dirty="0">
                <a:solidFill>
                  <a:srgbClr val="E6EDF3"/>
                </a:solidFill>
              </a:rPr>
              <a:t>Validation</a:t>
            </a:r>
            <a:r>
              <a:rPr sz="1400" dirty="0">
                <a:solidFill>
                  <a:srgbClr val="E6EDF3"/>
                </a:solidFill>
              </a:rPr>
              <a:t>, </a:t>
            </a:r>
            <a:r>
              <a:rPr sz="1400" b="1" dirty="0">
                <a:solidFill>
                  <a:srgbClr val="E6EDF3"/>
                </a:solidFill>
              </a:rPr>
              <a:t>Test</a:t>
            </a:r>
            <a:r>
              <a:rPr sz="1400" dirty="0">
                <a:solidFill>
                  <a:srgbClr val="E6EDF3"/>
                </a:solidFill>
              </a:rPr>
              <a:t>. Total must equal 100%.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Default: 70% / 15% / 15%.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 live preview table shows the resulting per-class sample counts.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Warning rows (red) flag classes with fewer than the minimum required validation samples.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FB950"/>
                </a:solidFill>
              </a:rPr>
              <a:t>Step 4 — Review Warnings and Apply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If a class has too few samples, a warning banner shows: </a:t>
            </a:r>
            <a:r>
              <a:rPr sz="1400" b="1" dirty="0">
                <a:solidFill>
                  <a:srgbClr val="22D3EE"/>
                </a:solidFill>
              </a:rPr>
              <a:t>⚠  Via class has fewer than 10 validation samples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can go back to annotate more tiles for that class, or proceed accepting the limitation.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clicks </a:t>
            </a:r>
            <a:r>
              <a:rPr sz="1400" b="1" dirty="0">
                <a:solidFill>
                  <a:srgbClr val="22D3EE"/>
                </a:solidFill>
              </a:rPr>
              <a:t>Apply &amp; Save</a:t>
            </a:r>
            <a:r>
              <a:rPr sz="1400" dirty="0">
                <a:solidFill>
                  <a:srgbClr val="E6EDF3"/>
                </a:solidFill>
              </a:rPr>
              <a:t>. Splits are saved to the DB.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FB950"/>
                </a:solidFill>
              </a:rPr>
              <a:t>Step 5 — Click Train Model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User clicks </a:t>
            </a:r>
            <a:r>
              <a:rPr sz="1400" b="1">
                <a:solidFill>
                  <a:srgbClr val="22D3EE"/>
                </a:solidFill>
              </a:rPr>
              <a:t>✦  Train Model</a:t>
            </a:r>
            <a:r>
              <a:rPr sz="1400">
                <a:solidFill>
                  <a:srgbClr val="E6EDF3"/>
                </a:solidFill>
              </a:rPr>
              <a:t> in the Annotation Workspace toolbar.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The </a:t>
            </a:r>
            <a:r>
              <a:rPr sz="1400" b="1">
                <a:solidFill>
                  <a:srgbClr val="22D3EE"/>
                </a:solidFill>
              </a:rPr>
              <a:t>Start Training Job</a:t>
            </a:r>
            <a:r>
              <a:rPr sz="1400">
                <a:solidFill>
                  <a:srgbClr val="E6EDF3"/>
                </a:solidFill>
              </a:rPr>
              <a:t> modal opens.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FB950"/>
                </a:solidFill>
              </a:rPr>
              <a:t>Step 6 — Configure Training Job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Fields: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E6EDF3"/>
                </a:solidFill>
              </a:rPr>
              <a:t>Backbone / Architecture</a:t>
            </a:r>
            <a:r>
              <a:rPr sz="1400">
                <a:solidFill>
                  <a:srgbClr val="E6EDF3"/>
                </a:solidFill>
              </a:rPr>
              <a:t>: select from dropdown (e.g., RF-DETR Nano).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E6EDF3"/>
                </a:solidFill>
              </a:rPr>
              <a:t>Dataset version</a:t>
            </a:r>
            <a:r>
              <a:rPr sz="1400">
                <a:solidFill>
                  <a:srgbClr val="E6EDF3"/>
                </a:solidFill>
              </a:rPr>
              <a:t>: auto-stamped (read-only) — ensures reproducibility.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E6EDF3"/>
                </a:solidFill>
              </a:rPr>
              <a:t>Model name</a:t>
            </a:r>
            <a:r>
              <a:rPr sz="1400">
                <a:solidFill>
                  <a:srgbClr val="E6EDF3"/>
                </a:solidFill>
              </a:rPr>
              <a:t>: user enters a descriptive name (e.g., Solder_Detection_v1).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E6EDF3"/>
                </a:solidFill>
              </a:rPr>
              <a:t>Advanced</a:t>
            </a:r>
            <a:r>
              <a:rPr sz="1400">
                <a:solidFill>
                  <a:srgbClr val="E6EDF3"/>
                </a:solidFill>
              </a:rPr>
              <a:t>: collapsed section for Epochs, Learning Rate, Batch size.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A job summary shows Train / Val / Test tile counts and number of classes.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FB950"/>
                </a:solidFill>
              </a:rPr>
              <a:t>Step 7 — Start Training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User clicks </a:t>
            </a:r>
            <a:r>
              <a:rPr sz="1400" b="1">
                <a:solidFill>
                  <a:srgbClr val="22D3EE"/>
                </a:solidFill>
              </a:rPr>
              <a:t>Start Training</a:t>
            </a:r>
            <a:r>
              <a:rPr sz="140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The job appears in the </a:t>
            </a:r>
            <a:r>
              <a:rPr sz="1400" b="1">
                <a:solidFill>
                  <a:srgbClr val="22D3EE"/>
                </a:solidFill>
              </a:rPr>
              <a:t>Task Manager</a:t>
            </a:r>
            <a:r>
              <a:rPr sz="1400">
                <a:solidFill>
                  <a:srgbClr val="E6EDF3"/>
                </a:solidFill>
              </a:rPr>
              <a:t> (sidebar icon) with a progress indicator.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When complete, the model appears in </a:t>
            </a:r>
            <a:r>
              <a:rPr sz="1400" b="1">
                <a:solidFill>
                  <a:srgbClr val="22D3EE"/>
                </a:solidFill>
              </a:rPr>
              <a:t>Models Catalog</a:t>
            </a:r>
            <a:r>
              <a:rPr sz="1400">
                <a:solidFill>
                  <a:srgbClr val="E6EDF3"/>
                </a:solidFill>
              </a:rPr>
              <a:t> with status </a:t>
            </a:r>
            <a:r>
              <a:rPr sz="1400" b="1">
                <a:solidFill>
                  <a:srgbClr val="E6EDF3"/>
                </a:solidFill>
              </a:rPr>
              <a:t>DONE</a:t>
            </a:r>
            <a:r>
              <a:rPr sz="1400">
                <a:solidFill>
                  <a:srgbClr val="E6EDF3"/>
                </a:solidFill>
              </a:rPr>
              <a:t> and an F1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3727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3FB950"/>
                </a:solidFill>
              </a:rPr>
              <a:t>Flow 5 — Evaluate &amp; Iterate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85216"/>
            <a:ext cx="1335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Review model accuracy, identify misclassifications, and iteratively improve the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2000" b="1" dirty="0">
                <a:solidFill>
                  <a:srgbClr val="3FB950"/>
                </a:solidFill>
              </a:rPr>
              <a:t>Step 1 — Open Evaluate &amp; Report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From the </a:t>
            </a:r>
            <a:r>
              <a:rPr sz="1400" b="1" dirty="0">
                <a:solidFill>
                  <a:srgbClr val="22D3EE"/>
                </a:solidFill>
              </a:rPr>
              <a:t>Models Catalog</a:t>
            </a:r>
            <a:r>
              <a:rPr sz="1400" dirty="0">
                <a:solidFill>
                  <a:srgbClr val="E6EDF3"/>
                </a:solidFill>
              </a:rPr>
              <a:t>, user clicks </a:t>
            </a:r>
            <a:r>
              <a:rPr sz="1400" b="1" dirty="0">
                <a:solidFill>
                  <a:srgbClr val="22D3EE"/>
                </a:solidFill>
              </a:rPr>
              <a:t>View</a:t>
            </a:r>
            <a:r>
              <a:rPr sz="1400" dirty="0">
                <a:solidFill>
                  <a:srgbClr val="E6EDF3"/>
                </a:solidFill>
              </a:rPr>
              <a:t> on a DONE training job.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</a:t>
            </a:r>
            <a:r>
              <a:rPr sz="1400" b="1" dirty="0">
                <a:solidFill>
                  <a:srgbClr val="22D3EE"/>
                </a:solidFill>
              </a:rPr>
              <a:t>Evaluate &amp; Report</a:t>
            </a:r>
            <a:r>
              <a:rPr sz="1400" dirty="0">
                <a:solidFill>
                  <a:srgbClr val="E6EDF3"/>
                </a:solidFill>
              </a:rPr>
              <a:t> screen opens, pre-loaded with the model's validation results.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FB950"/>
                </a:solidFill>
              </a:rPr>
              <a:t>Step 2 — Review the Confusion Matrix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A </a:t>
            </a:r>
            <a:r>
              <a:rPr sz="1400" b="1" dirty="0">
                <a:solidFill>
                  <a:srgbClr val="E6EDF3"/>
                </a:solidFill>
              </a:rPr>
              <a:t>5×5 heatmap</a:t>
            </a:r>
            <a:r>
              <a:rPr sz="1400" dirty="0">
                <a:solidFill>
                  <a:srgbClr val="E6EDF3"/>
                </a:solidFill>
              </a:rPr>
              <a:t> (Actual rows vs Predicted columns) shows prediction quality at a glance.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Green diagonal cells = correct predictions. Red off-diagonal cells = misclassifications.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Cell values show raw counts.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FB950"/>
                </a:solidFill>
              </a:rPr>
              <a:t>Step 3 — Adjust Confidence Threshold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The </a:t>
            </a:r>
            <a:r>
              <a:rPr sz="1400" b="1" dirty="0">
                <a:solidFill>
                  <a:srgbClr val="22D3EE"/>
                </a:solidFill>
              </a:rPr>
              <a:t>Confidence threshold</a:t>
            </a:r>
            <a:r>
              <a:rPr sz="1400" dirty="0">
                <a:solidFill>
                  <a:srgbClr val="E6EDF3"/>
                </a:solidFill>
              </a:rPr>
              <a:t> slider (default 0.35) filters out low-confidence predictions.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Dragging the slider updates the confusion matrix and per-class metrics live.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sets the threshold that best balances precision vs. recall for the use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3FB950"/>
                </a:solidFill>
              </a:rPr>
              <a:t>Step 4 — Review Per-Class Metrics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A table shows Precision, Recall, F1-score, and sample count per class.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Classes with low F1 are highlighted. An overall </a:t>
            </a:r>
            <a:r>
              <a:rPr sz="1400" b="1">
                <a:solidFill>
                  <a:srgbClr val="22D3EE"/>
                </a:solidFill>
              </a:rPr>
              <a:t>F1</a:t>
            </a:r>
            <a:r>
              <a:rPr sz="1400">
                <a:solidFill>
                  <a:srgbClr val="E6EDF3"/>
                </a:solidFill>
              </a:rPr>
              <a:t> badge is shown at the top-right.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A per-class horizontal accuracy bar chart provides a quick visual comparison.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FB950"/>
                </a:solidFill>
              </a:rPr>
              <a:t>Step 5 — Investigate Misclassifications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The </a:t>
            </a:r>
            <a:r>
              <a:rPr sz="1400" b="1">
                <a:solidFill>
                  <a:srgbClr val="22D3EE"/>
                </a:solidFill>
              </a:rPr>
              <a:t>Misclassifications</a:t>
            </a:r>
            <a:r>
              <a:rPr sz="1400">
                <a:solidFill>
                  <a:srgbClr val="E6EDF3"/>
                </a:solidFill>
              </a:rPr>
              <a:t> table lists False Negatives and False Positives with tile number, class, and score.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User clicks </a:t>
            </a:r>
            <a:r>
              <a:rPr sz="1400" b="1">
                <a:solidFill>
                  <a:srgbClr val="22D3EE"/>
                </a:solidFill>
              </a:rPr>
              <a:t>Go annotate</a:t>
            </a:r>
            <a:r>
              <a:rPr sz="1400">
                <a:solidFill>
                  <a:srgbClr val="E6EDF3"/>
                </a:solidFill>
              </a:rPr>
              <a:t> on a row — the Annotation Workspace opens with that tile focused.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User inspects the tile, corrects the bounding box or class, and saves.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FB950"/>
                </a:solidFill>
              </a:rPr>
              <a:t>Step 6 — Iterate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After fixing annotations: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1. Click </a:t>
            </a:r>
            <a:r>
              <a:rPr sz="1400" b="1">
                <a:solidFill>
                  <a:srgbClr val="22D3EE"/>
                </a:solidFill>
              </a:rPr>
              <a:t>▶  Propagate</a:t>
            </a:r>
            <a:r>
              <a:rPr sz="1400">
                <a:solidFill>
                  <a:srgbClr val="E6EDF3"/>
                </a:solidFill>
              </a:rPr>
              <a:t> to re-run the propagation cycle with updated labels.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2. Review new edge cases.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3. Click </a:t>
            </a:r>
            <a:r>
              <a:rPr sz="1400" b="1">
                <a:solidFill>
                  <a:srgbClr val="22D3EE"/>
                </a:solidFill>
              </a:rPr>
              <a:t>✦  Train Model</a:t>
            </a:r>
            <a:r>
              <a:rPr sz="1400">
                <a:solidFill>
                  <a:srgbClr val="E6EDF3"/>
                </a:solidFill>
              </a:rPr>
              <a:t> to retrain the model.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4. Return to Evaluate &amp; Report and compare new F1 scores.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Repeat until accuracy targets are met.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60063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8957E5"/>
                </a:solidFill>
              </a:rPr>
              <a:t>Flow 6 — Post-Model Rules &amp; Models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85216"/>
            <a:ext cx="1335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Configure post-inference rules to refine model output, then deploy to the catalog.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2000" b="1" dirty="0">
                <a:solidFill>
                  <a:srgbClr val="8957E5"/>
                </a:solidFill>
              </a:rPr>
              <a:t>Step 1 — Open Models Catalog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navigates to </a:t>
            </a:r>
            <a:r>
              <a:rPr sz="1400" b="1" dirty="0">
                <a:solidFill>
                  <a:srgbClr val="22D3EE"/>
                </a:solidFill>
              </a:rPr>
              <a:t>Models Catalog</a:t>
            </a:r>
            <a:r>
              <a:rPr sz="1400" dirty="0">
                <a:solidFill>
                  <a:srgbClr val="E6EDF3"/>
                </a:solidFill>
              </a:rPr>
              <a:t> (sidebar icon).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Two tabs: </a:t>
            </a:r>
            <a:r>
              <a:rPr sz="1400" b="1" dirty="0">
                <a:solidFill>
                  <a:srgbClr val="E6EDF3"/>
                </a:solidFill>
              </a:rPr>
              <a:t>Training Jobs</a:t>
            </a:r>
            <a:r>
              <a:rPr sz="1400" dirty="0">
                <a:solidFill>
                  <a:srgbClr val="E6EDF3"/>
                </a:solidFill>
              </a:rPr>
              <a:t> and </a:t>
            </a:r>
            <a:r>
              <a:rPr sz="1400" b="1" dirty="0">
                <a:solidFill>
                  <a:srgbClr val="E6EDF3"/>
                </a:solidFill>
              </a:rPr>
              <a:t>Validation Jobs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Training Jobs table shows all past and running jobs: name, model, dataset, status (DONE / RUNNING / ERROR), F1, date.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8957E5"/>
                </a:solidFill>
              </a:rPr>
              <a:t>Step 2 — Select a Model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clicks a DONE job row. The row highlights.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Action buttons appear: </a:t>
            </a:r>
            <a:r>
              <a:rPr sz="1400" b="1" dirty="0">
                <a:solidFill>
                  <a:srgbClr val="22D3EE"/>
                </a:solidFill>
              </a:rPr>
              <a:t>View</a:t>
            </a:r>
            <a:r>
              <a:rPr sz="1400" dirty="0">
                <a:solidFill>
                  <a:srgbClr val="E6EDF3"/>
                </a:solidFill>
              </a:rPr>
              <a:t> (open report) and </a:t>
            </a:r>
            <a:r>
              <a:rPr sz="1400" b="1" dirty="0">
                <a:solidFill>
                  <a:srgbClr val="22D3EE"/>
                </a:solidFill>
              </a:rPr>
              <a:t>Deploy</a:t>
            </a:r>
            <a:r>
              <a:rPr sz="1400" dirty="0">
                <a:solidFill>
                  <a:srgbClr val="E6EDF3"/>
                </a:solidFill>
              </a:rPr>
              <a:t> (activate for inference).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8957E5"/>
                </a:solidFill>
              </a:rPr>
              <a:t>Step 3 — Open Post-Model Rules Panel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The right-side </a:t>
            </a:r>
            <a:r>
              <a:rPr sz="1400" b="1" dirty="0">
                <a:solidFill>
                  <a:srgbClr val="22D3EE"/>
                </a:solidFill>
              </a:rPr>
              <a:t>Post-Model Rules</a:t>
            </a:r>
            <a:r>
              <a:rPr sz="1400" dirty="0">
                <a:solidFill>
                  <a:srgbClr val="E6EDF3"/>
                </a:solidFill>
              </a:rPr>
              <a:t> panel opens automatically for the selected model.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panel shows active rules applied after inference to adjust raw model predictions.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8957E5"/>
                </a:solidFill>
              </a:rPr>
              <a:t>Step 4 — Configure Rules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Available rule types: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22D3EE"/>
                </a:solidFill>
              </a:rPr>
              <a:t>Score threshold</a:t>
            </a:r>
            <a:r>
              <a:rPr sz="1400">
                <a:solidFill>
                  <a:srgbClr val="E6EDF3"/>
                </a:solidFill>
              </a:rPr>
              <a:t> — minimum confidence required per class (e.g., Surface &gt; 0.45).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22D3EE"/>
                </a:solidFill>
              </a:rPr>
              <a:t>Merge overlapping</a:t>
            </a:r>
            <a:r>
              <a:rPr sz="1400">
                <a:solidFill>
                  <a:srgbClr val="E6EDF3"/>
                </a:solidFill>
              </a:rPr>
              <a:t> — merge boxes with IoU &gt; threshold (reduces duplicate detections).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22D3EE"/>
                </a:solidFill>
              </a:rPr>
              <a:t>Min bbox area</a:t>
            </a:r>
            <a:r>
              <a:rPr sz="1400">
                <a:solidFill>
                  <a:srgbClr val="E6EDF3"/>
                </a:solidFill>
              </a:rPr>
              <a:t> — discard boxes smaller than N pixels (noise filter).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22D3EE"/>
                </a:solidFill>
              </a:rPr>
              <a:t>Max class count</a:t>
            </a:r>
            <a:r>
              <a:rPr sz="1400">
                <a:solidFill>
                  <a:srgbClr val="E6EDF3"/>
                </a:solidFill>
              </a:rPr>
              <a:t> — limit maximum detections per class per image.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Each rule has a class selector (or 'All'), a condition value, and a toggle switch.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User clicks </a:t>
            </a:r>
            <a:r>
              <a:rPr sz="1400" b="1">
                <a:solidFill>
                  <a:srgbClr val="22D3EE"/>
                </a:solidFill>
              </a:rPr>
              <a:t>+ Add Rule</a:t>
            </a:r>
            <a:r>
              <a:rPr sz="1400">
                <a:solidFill>
                  <a:srgbClr val="E6EDF3"/>
                </a:solidFill>
              </a:rPr>
              <a:t> to create a new rule.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8957E5"/>
                </a:solidFill>
              </a:rPr>
              <a:t>Step 5 — Toggle Rules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Each rule has an on/off toggle. Disabled rules are greyed out but preserved for future use.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Rules are applied in the order listed.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8957E5"/>
                </a:solidFill>
              </a:rPr>
              <a:t>Step 6 — Save and Re-deploy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User clicks </a:t>
            </a:r>
            <a:r>
              <a:rPr sz="1400" b="1">
                <a:solidFill>
                  <a:srgbClr val="22D3EE"/>
                </a:solidFill>
              </a:rPr>
              <a:t>Save Rules  →  Re-deploy</a:t>
            </a:r>
            <a:r>
              <a:rPr sz="140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The model is re-registered with the updated rule set.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All future inference runs for this model will have the rules applied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33788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DB6DAF"/>
                </a:solidFill>
              </a:rPr>
              <a:t>Flow 7 — </a:t>
            </a:r>
            <a:r>
              <a:rPr sz="2400" b="1" dirty="0">
                <a:solidFill>
                  <a:srgbClr val="DB6DAF"/>
                </a:solidFill>
              </a:rPr>
              <a:t>Offline</a:t>
            </a:r>
            <a:r>
              <a:rPr sz="2200" b="1" dirty="0">
                <a:solidFill>
                  <a:srgbClr val="DB6DAF"/>
                </a:solidFill>
              </a:rPr>
              <a:t>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85216"/>
            <a:ext cx="1335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Run the deployed model on new scan results and review predictions tile by tile.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DB6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1400" b="1" dirty="0">
                <a:solidFill>
                  <a:srgbClr val="DB6DAF"/>
                </a:solidFill>
              </a:rPr>
              <a:t>Step 1 — Configure Inference Job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opens </a:t>
            </a:r>
            <a:r>
              <a:rPr sz="1400" b="1" dirty="0">
                <a:solidFill>
                  <a:srgbClr val="22D3EE"/>
                </a:solidFill>
              </a:rPr>
              <a:t>Offline Inference</a:t>
            </a:r>
            <a:r>
              <a:rPr sz="1400" dirty="0">
                <a:solidFill>
                  <a:srgbClr val="E6EDF3"/>
                </a:solidFill>
              </a:rPr>
              <a:t> (sidebar).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Left panel: select </a:t>
            </a:r>
            <a:r>
              <a:rPr sz="1400" b="1" dirty="0">
                <a:solidFill>
                  <a:srgbClr val="E6EDF3"/>
                </a:solidFill>
              </a:rPr>
              <a:t>Model</a:t>
            </a:r>
            <a:r>
              <a:rPr sz="1400" dirty="0">
                <a:solidFill>
                  <a:srgbClr val="E6EDF3"/>
                </a:solidFill>
              </a:rPr>
              <a:t> from dropdown, select </a:t>
            </a:r>
            <a:r>
              <a:rPr sz="1400" b="1" dirty="0">
                <a:solidFill>
                  <a:srgbClr val="E6EDF3"/>
                </a:solidFill>
              </a:rPr>
              <a:t>Scan Results</a:t>
            </a:r>
            <a:r>
              <a:rPr sz="1400" dirty="0">
                <a:solidFill>
                  <a:srgbClr val="E6EDF3"/>
                </a:solidFill>
              </a:rPr>
              <a:t> (checkboxes, new SRs not previously seen by the model), set </a:t>
            </a:r>
            <a:r>
              <a:rPr sz="1400" b="1" dirty="0">
                <a:solidFill>
                  <a:srgbClr val="E6EDF3"/>
                </a:solidFill>
              </a:rPr>
              <a:t>Confidence threshold</a:t>
            </a:r>
            <a:r>
              <a:rPr sz="1400" dirty="0">
                <a:solidFill>
                  <a:srgbClr val="E6EDF3"/>
                </a:solidFill>
              </a:rPr>
              <a:t> (slider).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User clicks </a:t>
            </a:r>
            <a:r>
              <a:rPr sz="1400" b="1" dirty="0">
                <a:solidFill>
                  <a:srgbClr val="22D3EE"/>
                </a:solidFill>
              </a:rPr>
              <a:t>▶  Run Inference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DB6DAF"/>
                </a:solidFill>
              </a:rPr>
              <a:t>Step 2 — Monitor Progress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A progress bar shows % of tiles processed.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Job is also visible in Task Manager.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Live stats update: Detections, Agree, Disagree, Pending.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DB6DAF"/>
                </a:solidFill>
              </a:rPr>
              <a:t>Step 3 — Review Predictions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Center canvas shows a tile with model prediction </a:t>
            </a:r>
            <a:r>
              <a:rPr sz="1400" dirty="0" err="1">
                <a:solidFill>
                  <a:srgbClr val="E6EDF3"/>
                </a:solidFill>
              </a:rPr>
              <a:t>bboxes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E6EDF3"/>
                </a:solidFill>
              </a:rPr>
              <a:t>Confirmed </a:t>
            </a:r>
            <a:r>
              <a:rPr sz="1400" b="1" dirty="0" err="1">
                <a:solidFill>
                  <a:srgbClr val="E6EDF3"/>
                </a:solidFill>
              </a:rPr>
              <a:t>bbox</a:t>
            </a:r>
            <a:r>
              <a:rPr sz="1400" dirty="0">
                <a:solidFill>
                  <a:srgbClr val="E6EDF3"/>
                </a:solidFill>
              </a:rPr>
              <a:t> = solid colored outline.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E6EDF3"/>
                </a:solidFill>
              </a:rPr>
              <a:t>AI proposal</a:t>
            </a:r>
            <a:r>
              <a:rPr sz="1400" dirty="0">
                <a:solidFill>
                  <a:srgbClr val="E6EDF3"/>
                </a:solidFill>
              </a:rPr>
              <a:t> = dashed colored outline.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Support Image (neighbor die) shown alongside for context.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Right panel: tile info, bounding box list per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DB6DAF"/>
                </a:solidFill>
              </a:rPr>
              <a:t>Step 4 — Agree or Disagree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Below the canvas, a review bar prompts the user: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22D3EE"/>
                </a:solidFill>
              </a:rPr>
              <a:t>✓  Agree all</a:t>
            </a:r>
            <a:r>
              <a:rPr sz="1400">
                <a:solidFill>
                  <a:srgbClr val="E6EDF3"/>
                </a:solidFill>
              </a:rPr>
              <a:t> — accepts all predictions for this tile as correct.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22D3EE"/>
                </a:solidFill>
              </a:rPr>
              <a:t>✗  Disagree</a:t>
            </a:r>
            <a:r>
              <a:rPr sz="1400">
                <a:solidFill>
                  <a:srgbClr val="E6EDF3"/>
                </a:solidFill>
              </a:rPr>
              <a:t> — marks the tile's predictions as incorrect (logged for Dynamic Report).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• </a:t>
            </a:r>
            <a:r>
              <a:rPr sz="1400" b="1">
                <a:solidFill>
                  <a:srgbClr val="22D3EE"/>
                </a:solidFill>
              </a:rPr>
              <a:t>↺  Reclassify</a:t>
            </a:r>
            <a:r>
              <a:rPr sz="1400">
                <a:solidFill>
                  <a:srgbClr val="E6EDF3"/>
                </a:solidFill>
              </a:rPr>
              <a:t> — opens class dropdown to correct a specific detection's class.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User navigates with </a:t>
            </a:r>
            <a:r>
              <a:rPr sz="1400" b="1">
                <a:solidFill>
                  <a:srgbClr val="22D3EE"/>
                </a:solidFill>
              </a:rPr>
              <a:t>← Prev</a:t>
            </a:r>
            <a:r>
              <a:rPr sz="1400">
                <a:solidFill>
                  <a:srgbClr val="E6EDF3"/>
                </a:solidFill>
              </a:rPr>
              <a:t> / </a:t>
            </a:r>
            <a:r>
              <a:rPr sz="1400" b="1">
                <a:solidFill>
                  <a:srgbClr val="22D3EE"/>
                </a:solidFill>
              </a:rPr>
              <a:t>Next →</a:t>
            </a:r>
            <a:r>
              <a:rPr sz="140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A tile strip at the bottom shows recent tiles with green (agreed) or red (disagreed) borders.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DB6DAF"/>
                </a:solidFill>
              </a:rPr>
              <a:t>Step 5 — Disagreements Are Logged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E6EDF3"/>
                </a:solidFill>
              </a:rPr>
              <a:t>Every Disagree action is stored with: SR name, tile number, AI-predicted class, user-selected correction, and confidence score.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E6EDF3"/>
                </a:solidFill>
              </a:rPr>
              <a:t>These records feed into the </a:t>
            </a:r>
            <a:r>
              <a:rPr sz="1400" b="1">
                <a:solidFill>
                  <a:srgbClr val="22D3EE"/>
                </a:solidFill>
              </a:rPr>
              <a:t>Inference Dynamic Report</a:t>
            </a:r>
            <a:r>
              <a:rPr sz="1400">
                <a:solidFill>
                  <a:srgbClr val="E6EDF3"/>
                </a:solidFill>
              </a:rPr>
              <a:t> for accuracy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61282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38BDF8"/>
                </a:solidFill>
              </a:rPr>
              <a:t>Flow 8 — </a:t>
            </a:r>
            <a:r>
              <a:rPr sz="2400" b="1" dirty="0">
                <a:solidFill>
                  <a:srgbClr val="38BDF8"/>
                </a:solidFill>
              </a:rPr>
              <a:t>Dynamic</a:t>
            </a:r>
            <a:r>
              <a:rPr sz="2200" b="1" dirty="0">
                <a:solidFill>
                  <a:srgbClr val="38BDF8"/>
                </a:solidFill>
              </a:rPr>
              <a:t> Report &amp; Comparison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85216"/>
            <a:ext cx="1335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Evaluate model accuracy over time using disagree data, then compare models to decide on deployment.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78992"/>
            <a:ext cx="1335024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</a:pPr>
            <a:r>
              <a:rPr sz="2000" b="1" dirty="0">
                <a:solidFill>
                  <a:srgbClr val="38BDF8"/>
                </a:solidFill>
              </a:rPr>
              <a:t>Step 1 — Open Inference Dynamic Report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opens </a:t>
            </a:r>
            <a:r>
              <a:rPr sz="1400" b="1" dirty="0">
                <a:solidFill>
                  <a:srgbClr val="22D3EE"/>
                </a:solidFill>
              </a:rPr>
              <a:t>Inference Dynamic Report</a:t>
            </a:r>
            <a:r>
              <a:rPr sz="1400" dirty="0">
                <a:solidFill>
                  <a:srgbClr val="E6EDF3"/>
                </a:solidFill>
              </a:rPr>
              <a:t> (sidebar).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Left panel shows available inference runs (SR name, date, tile count, accuracy %, disagree count).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2 — Select Inference Runs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selects 1 or more inference runs (checkboxes).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Clicks </a:t>
            </a:r>
            <a:r>
              <a:rPr sz="1400" b="1" dirty="0">
                <a:solidFill>
                  <a:srgbClr val="22D3EE"/>
                </a:solidFill>
              </a:rPr>
              <a:t>Update Report</a:t>
            </a:r>
            <a:r>
              <a:rPr sz="1400" dirty="0">
                <a:solidFill>
                  <a:srgbClr val="E6EDF3"/>
                </a:solidFill>
              </a:rPr>
              <a:t> to load the analysis.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3 — Review Accuracy Trend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A line chart shows </a:t>
            </a:r>
            <a:r>
              <a:rPr sz="1400" b="1" dirty="0">
                <a:solidFill>
                  <a:srgbClr val="E6EDF3"/>
                </a:solidFill>
              </a:rPr>
              <a:t>Agree% per SR over time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Declining accuracy signals model drift.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 drift warning badge appears if accuracy drops beyond a threshold vs. the baseline SR.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4 — Review Per-Class Accuracy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A bar chart shows agree % per class across the selected SRs.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Classes with low accuracy are highlighted (red bars).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5 — Inspect Disagree Log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A table lists every disagreement: SR, tile #, AI-predicted class, user correction, confidence score.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Sorted by SR date. User can filter by class or SR.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143000"/>
            <a:ext cx="6629400" cy="6949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6 — Act on Drift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If drift is detected: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Adjust </a:t>
            </a:r>
            <a:r>
              <a:rPr sz="1400" b="1" dirty="0">
                <a:solidFill>
                  <a:srgbClr val="22D3EE"/>
                </a:solidFill>
              </a:rPr>
              <a:t>Post-Model Rules</a:t>
            </a:r>
            <a:r>
              <a:rPr sz="1400" dirty="0">
                <a:solidFill>
                  <a:srgbClr val="E6EDF3"/>
                </a:solidFill>
              </a:rPr>
              <a:t> (lower threshold, stricter </a:t>
            </a:r>
            <a:r>
              <a:rPr sz="1400" dirty="0" err="1">
                <a:solidFill>
                  <a:srgbClr val="E6EDF3"/>
                </a:solidFill>
              </a:rPr>
              <a:t>IoU</a:t>
            </a:r>
            <a:r>
              <a:rPr sz="1400" dirty="0">
                <a:solidFill>
                  <a:srgbClr val="E6EDF3"/>
                </a:solidFill>
              </a:rPr>
              <a:t>) and re-deploy.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Or retrain the model on a dataset that includes the new SR data (annotate → propagate → train → evaluate).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7 — Open Comparison Platform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opens </a:t>
            </a:r>
            <a:r>
              <a:rPr sz="1400" b="1" dirty="0">
                <a:solidFill>
                  <a:srgbClr val="22D3EE"/>
                </a:solidFill>
              </a:rPr>
              <a:t>Comparison Platform</a:t>
            </a:r>
            <a:r>
              <a:rPr sz="1400" dirty="0">
                <a:solidFill>
                  <a:srgbClr val="E6EDF3"/>
                </a:solidFill>
              </a:rPr>
              <a:t> (sidebar).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Three comparison modes: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E6EDF3"/>
                </a:solidFill>
              </a:rPr>
              <a:t>Model vs Model</a:t>
            </a:r>
            <a:r>
              <a:rPr sz="1400" dirty="0">
                <a:solidFill>
                  <a:srgbClr val="E6EDF3"/>
                </a:solidFill>
              </a:rPr>
              <a:t> — compare two trained models side-by-side (confusion matrices, per-class F1, tile-level diffs).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E6EDF3"/>
                </a:solidFill>
              </a:rPr>
              <a:t>Model vs Ground Truth</a:t>
            </a:r>
            <a:r>
              <a:rPr sz="1400" dirty="0">
                <a:solidFill>
                  <a:srgbClr val="E6EDF3"/>
                </a:solidFill>
              </a:rPr>
              <a:t> — compare model predictions against a manually verified GT set.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• </a:t>
            </a:r>
            <a:r>
              <a:rPr sz="1400" b="1" dirty="0">
                <a:solidFill>
                  <a:srgbClr val="E6EDF3"/>
                </a:solidFill>
              </a:rPr>
              <a:t>Algorithm vs Model</a:t>
            </a:r>
            <a:r>
              <a:rPr sz="1400" dirty="0">
                <a:solidFill>
                  <a:srgbClr val="E6EDF3"/>
                </a:solidFill>
              </a:rPr>
              <a:t> — compare a rule-based algorithm against the trained model.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8 — Select Items and Compare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User selects Baseline and Comparison items from dropdowns, plus the Scan Result to use.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Clicks </a:t>
            </a:r>
            <a:r>
              <a:rPr sz="1400" b="1" dirty="0">
                <a:solidFill>
                  <a:srgbClr val="22D3EE"/>
                </a:solidFill>
              </a:rPr>
              <a:t>Compare</a:t>
            </a:r>
            <a:r>
              <a:rPr sz="1400" dirty="0">
                <a:solidFill>
                  <a:srgbClr val="E6EDF3"/>
                </a:solidFill>
              </a:rPr>
              <a:t>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Results show three panels: Baseline metrics, Δ Delta (improvement/regression), Comparison metrics.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A Delta panel highlights metrics that improved (▲ green) or regressed (▼ red).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Tile-level diff examples show where the models disagree on individual detections.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38BDF8"/>
                </a:solidFill>
              </a:rPr>
              <a:t>Step 9 — Deploy the Winner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E6EDF3"/>
                </a:solidFill>
              </a:rPr>
              <a:t>From the Comparison Platform, user clicks </a:t>
            </a:r>
            <a:r>
              <a:rPr sz="1400" b="1" dirty="0">
                <a:solidFill>
                  <a:srgbClr val="22D3EE"/>
                </a:solidFill>
              </a:rPr>
              <a:t>Deploy  →  Catalog</a:t>
            </a:r>
            <a:r>
              <a:rPr sz="1400" dirty="0">
                <a:solidFill>
                  <a:srgbClr val="E6EDF3"/>
                </a:solidFill>
              </a:rPr>
              <a:t> to set the winning model as the active model.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losing model is archived.</a:t>
            </a:r>
          </a:p>
          <a:p>
            <a:pPr>
              <a:spcBef>
                <a:spcPts val="200"/>
              </a:spcBef>
            </a:pPr>
            <a:r>
              <a:rPr sz="1400" dirty="0">
                <a:solidFill>
                  <a:srgbClr val="E6EDF3"/>
                </a:solidFill>
              </a:rPr>
              <a:t>The deployment is logged with the comparison result as justification.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C0988-DEC5-6280-E4EC-51167864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7B78A9-FFB1-84BB-68A4-40FCFD56F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001" y="4202311"/>
            <a:ext cx="5283833" cy="2392984"/>
          </a:xfrm>
        </p:spPr>
        <p:txBody>
          <a:bodyPr>
            <a:normAutofit/>
          </a:bodyPr>
          <a:lstStyle/>
          <a:p>
            <a:r>
              <a:rPr lang="en-US" dirty="0"/>
              <a:t>Mockup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0488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dataset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1 — Dataset Inventory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create_dataset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2a — Create Dataset: Select Type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b_select_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2b — Create Dataset: Select Scan 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annotate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3 — Annotate Workspace (Annotation Mode)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b_tile_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3b — Tile Editor Modal (Click to Enlarge)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dataset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4 — Dataset Tab: Cross-Tile Defect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propagation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5 — Annotate Workspace (Propagation Review Mode)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group_spl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6 — Group Splits / Allocation Modal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train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7 — Train Model Modal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evaluate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8 — Evaluate &amp; Report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_models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9 — Models Catalog + Post-Model Rules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_offline_in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10 — Offline Inference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dynam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11 — Inference Dynamic Report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_comparison_plat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7818120"/>
            <a:ext cx="1353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Screen 12 — Comparison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145</TotalTime>
  <Words>4457</Words>
  <Application>Microsoft Office PowerPoint</Application>
  <PresentationFormat>Custom</PresentationFormat>
  <Paragraphs>352</Paragraphs>
  <Slides>29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Open Sans Light</vt:lpstr>
      <vt:lpstr>Office Theme</vt:lpstr>
      <vt:lpstr>1_Office Theme</vt:lpstr>
      <vt:lpstr>VL-AI</vt:lpstr>
      <vt:lpstr>Flow Diagrams</vt:lpstr>
      <vt:lpstr>PowerPoint Presentation</vt:lpstr>
      <vt:lpstr>PowerPoint Presentation</vt:lpstr>
      <vt:lpstr>PowerPoint Presentation</vt:lpstr>
      <vt:lpstr>User 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Mockup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Ohad Shimon</dc:creator>
  <cp:keywords/>
  <dc:description>generated using python-pptx</dc:description>
  <cp:lastModifiedBy>Ohad Shimon</cp:lastModifiedBy>
  <cp:revision>1</cp:revision>
  <dcterms:created xsi:type="dcterms:W3CDTF">2013-01-27T09:14:16Z</dcterms:created>
  <dcterms:modified xsi:type="dcterms:W3CDTF">2026-04-18T10:03:55Z</dcterms:modified>
  <cp:category/>
</cp:coreProperties>
</file>