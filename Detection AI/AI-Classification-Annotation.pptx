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147308789" r:id="rId2"/>
    <p:sldId id="2147308861" r:id="rId3"/>
    <p:sldId id="2147308860" r:id="rId4"/>
    <p:sldId id="2147308841" r:id="rId5"/>
    <p:sldId id="2147308828" r:id="rId6"/>
    <p:sldId id="2147308821" r:id="rId7"/>
    <p:sldId id="2147308817" r:id="rId8"/>
    <p:sldId id="2147308818" r:id="rId9"/>
    <p:sldId id="2147308819" r:id="rId10"/>
    <p:sldId id="2147308820" r:id="rId11"/>
    <p:sldId id="2147308850" r:id="rId12"/>
    <p:sldId id="2147308851" r:id="rId13"/>
    <p:sldId id="2147308857" r:id="rId14"/>
    <p:sldId id="2147308858" r:id="rId15"/>
    <p:sldId id="2147308822" r:id="rId16"/>
    <p:sldId id="2147308854" r:id="rId17"/>
    <p:sldId id="2147308826" r:id="rId18"/>
    <p:sldId id="2147308852" r:id="rId19"/>
    <p:sldId id="2147308824" r:id="rId20"/>
    <p:sldId id="2147308823" r:id="rId21"/>
    <p:sldId id="2147308825" r:id="rId22"/>
    <p:sldId id="2147308856" r:id="rId23"/>
    <p:sldId id="2147308855" r:id="rId24"/>
    <p:sldId id="214730884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78F6"/>
    <a:srgbClr val="357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F086E-10DC-4494-AA09-EB677031ADCC}" v="224" dt="2026-04-11T23:26:18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310" autoAdjust="0"/>
  </p:normalViewPr>
  <p:slideViewPr>
    <p:cSldViewPr snapToGrid="0">
      <p:cViewPr varScale="1">
        <p:scale>
          <a:sx n="96" d="100"/>
          <a:sy n="96" d="100"/>
        </p:scale>
        <p:origin x="134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had Shimon" userId="8de6e3ae-4a0f-4fec-872c-186cd6cf249a" providerId="ADAL" clId="{ADE3BD1B-332C-4690-A1CA-8247EEEB03FD}"/>
    <pc:docChg chg="undo custSel addSld delSld modSld sldOrd">
      <pc:chgData name="Ohad Shimon" userId="8de6e3ae-4a0f-4fec-872c-186cd6cf249a" providerId="ADAL" clId="{ADE3BD1B-332C-4690-A1CA-8247EEEB03FD}" dt="2026-04-11T23:26:18.331" v="4147" actId="164"/>
      <pc:docMkLst>
        <pc:docMk/>
      </pc:docMkLst>
      <pc:sldChg chg="modSp new add del">
        <pc:chgData name="Ohad Shimon" userId="8de6e3ae-4a0f-4fec-872c-186cd6cf249a" providerId="ADAL" clId="{ADE3BD1B-332C-4690-A1CA-8247EEEB03FD}" dt="2026-03-17T12:31:09.967" v="1655"/>
        <pc:sldMkLst>
          <pc:docMk/>
          <pc:sldMk cId="1387300590" sldId="2147308817"/>
        </pc:sldMkLst>
      </pc:sldChg>
      <pc:sldChg chg="modSp new add del mod">
        <pc:chgData name="Ohad Shimon" userId="8de6e3ae-4a0f-4fec-872c-186cd6cf249a" providerId="ADAL" clId="{ADE3BD1B-332C-4690-A1CA-8247EEEB03FD}" dt="2026-03-17T12:31:09.967" v="1655"/>
        <pc:sldMkLst>
          <pc:docMk/>
          <pc:sldMk cId="2563675114" sldId="2147308818"/>
        </pc:sldMkLst>
      </pc:sldChg>
      <pc:sldChg chg="modSp new add del mod">
        <pc:chgData name="Ohad Shimon" userId="8de6e3ae-4a0f-4fec-872c-186cd6cf249a" providerId="ADAL" clId="{ADE3BD1B-332C-4690-A1CA-8247EEEB03FD}" dt="2026-03-17T12:31:09.967" v="1655"/>
        <pc:sldMkLst>
          <pc:docMk/>
          <pc:sldMk cId="180679856" sldId="2147308819"/>
        </pc:sldMkLst>
      </pc:sldChg>
      <pc:sldChg chg="modSp new add del mod">
        <pc:chgData name="Ohad Shimon" userId="8de6e3ae-4a0f-4fec-872c-186cd6cf249a" providerId="ADAL" clId="{ADE3BD1B-332C-4690-A1CA-8247EEEB03FD}" dt="2026-03-17T12:31:09.967" v="1655"/>
        <pc:sldMkLst>
          <pc:docMk/>
          <pc:sldMk cId="579310240" sldId="2147308820"/>
        </pc:sldMkLst>
      </pc:sldChg>
      <pc:sldChg chg="modSp new add del mod ord">
        <pc:chgData name="Ohad Shimon" userId="8de6e3ae-4a0f-4fec-872c-186cd6cf249a" providerId="ADAL" clId="{ADE3BD1B-332C-4690-A1CA-8247EEEB03FD}" dt="2026-03-17T12:31:09.967" v="1655"/>
        <pc:sldMkLst>
          <pc:docMk/>
          <pc:sldMk cId="1553189405" sldId="2147308821"/>
        </pc:sldMkLst>
      </pc:sldChg>
      <pc:sldChg chg="addSp new add del">
        <pc:chgData name="Ohad Shimon" userId="8de6e3ae-4a0f-4fec-872c-186cd6cf249a" providerId="ADAL" clId="{ADE3BD1B-332C-4690-A1CA-8247EEEB03FD}" dt="2026-03-17T12:31:09.967" v="1655"/>
        <pc:sldMkLst>
          <pc:docMk/>
          <pc:sldMk cId="2474967621" sldId="2147308822"/>
        </pc:sldMkLst>
      </pc:sldChg>
      <pc:sldChg chg="addSp new add del mod modShow">
        <pc:chgData name="Ohad Shimon" userId="8de6e3ae-4a0f-4fec-872c-186cd6cf249a" providerId="ADAL" clId="{ADE3BD1B-332C-4690-A1CA-8247EEEB03FD}" dt="2026-04-11T11:35:31.346" v="3087" actId="729"/>
        <pc:sldMkLst>
          <pc:docMk/>
          <pc:sldMk cId="3250719394" sldId="2147308823"/>
        </pc:sldMkLst>
      </pc:sldChg>
      <pc:sldChg chg="addSp new add del mod ord modShow">
        <pc:chgData name="Ohad Shimon" userId="8de6e3ae-4a0f-4fec-872c-186cd6cf249a" providerId="ADAL" clId="{ADE3BD1B-332C-4690-A1CA-8247EEEB03FD}" dt="2026-04-11T11:35:31.346" v="3087" actId="729"/>
        <pc:sldMkLst>
          <pc:docMk/>
          <pc:sldMk cId="795507085" sldId="2147308824"/>
        </pc:sldMkLst>
      </pc:sldChg>
      <pc:sldChg chg="addSp modSp new add del mod modShow">
        <pc:chgData name="Ohad Shimon" userId="8de6e3ae-4a0f-4fec-872c-186cd6cf249a" providerId="ADAL" clId="{ADE3BD1B-332C-4690-A1CA-8247EEEB03FD}" dt="2026-04-11T12:07:27.327" v="3151"/>
        <pc:sldMkLst>
          <pc:docMk/>
          <pc:sldMk cId="2500892607" sldId="2147308825"/>
        </pc:sldMkLst>
        <pc:picChg chg="add mod">
          <ac:chgData name="Ohad Shimon" userId="8de6e3ae-4a0f-4fec-872c-186cd6cf249a" providerId="ADAL" clId="{ADE3BD1B-332C-4690-A1CA-8247EEEB03FD}" dt="2026-04-11T12:07:27.327" v="3151"/>
          <ac:picMkLst>
            <pc:docMk/>
            <pc:sldMk cId="2500892607" sldId="2147308825"/>
            <ac:picMk id="4" creationId="{E13C038B-0544-E41F-9115-C37C79C7E4F5}"/>
          </ac:picMkLst>
        </pc:picChg>
      </pc:sldChg>
      <pc:sldChg chg="addSp delSp modSp new add del mod ord">
        <pc:chgData name="Ohad Shimon" userId="8de6e3ae-4a0f-4fec-872c-186cd6cf249a" providerId="ADAL" clId="{ADE3BD1B-332C-4690-A1CA-8247EEEB03FD}" dt="2026-04-11T12:11:47.045" v="3200"/>
        <pc:sldMkLst>
          <pc:docMk/>
          <pc:sldMk cId="1646271867" sldId="2147308826"/>
        </pc:sldMkLst>
        <pc:spChg chg="add del">
          <ac:chgData name="Ohad Shimon" userId="8de6e3ae-4a0f-4fec-872c-186cd6cf249a" providerId="ADAL" clId="{ADE3BD1B-332C-4690-A1CA-8247EEEB03FD}" dt="2026-04-11T10:31:22.706" v="2661" actId="931"/>
          <ac:spMkLst>
            <pc:docMk/>
            <pc:sldMk cId="1646271867" sldId="2147308826"/>
            <ac:spMk id="3" creationId="{14E139EB-5FAD-8CB3-D036-36729D5DE00A}"/>
          </ac:spMkLst>
        </pc:spChg>
        <pc:picChg chg="add del mod ord">
          <ac:chgData name="Ohad Shimon" userId="8de6e3ae-4a0f-4fec-872c-186cd6cf249a" providerId="ADAL" clId="{ADE3BD1B-332C-4690-A1CA-8247EEEB03FD}" dt="2026-04-11T10:31:22.706" v="2661" actId="931"/>
          <ac:picMkLst>
            <pc:docMk/>
            <pc:sldMk cId="1646271867" sldId="2147308826"/>
            <ac:picMk id="5" creationId="{3C1751FA-57E3-56CD-0F7E-285929B3FFA6}"/>
          </ac:picMkLst>
        </pc:picChg>
        <pc:picChg chg="add del mod">
          <ac:chgData name="Ohad Shimon" userId="8de6e3ae-4a0f-4fec-872c-186cd6cf249a" providerId="ADAL" clId="{ADE3BD1B-332C-4690-A1CA-8247EEEB03FD}" dt="2026-04-11T10:31:20.702" v="2660" actId="931"/>
          <ac:picMkLst>
            <pc:docMk/>
            <pc:sldMk cId="1646271867" sldId="2147308826"/>
            <ac:picMk id="7" creationId="{C81BDC8E-D176-45E7-9559-68B28D7F6335}"/>
          </ac:picMkLst>
        </pc:picChg>
        <pc:picChg chg="add mod">
          <ac:chgData name="Ohad Shimon" userId="8de6e3ae-4a0f-4fec-872c-186cd6cf249a" providerId="ADAL" clId="{ADE3BD1B-332C-4690-A1CA-8247EEEB03FD}" dt="2026-04-11T12:11:47.045" v="3200"/>
          <ac:picMkLst>
            <pc:docMk/>
            <pc:sldMk cId="1646271867" sldId="2147308826"/>
            <ac:picMk id="8" creationId="{C248512D-DD0E-4698-CFA6-6CFE7A274A12}"/>
          </ac:picMkLst>
        </pc:picChg>
      </pc:sldChg>
      <pc:sldChg chg="modSp add mod">
        <pc:chgData name="Ohad Shimon" userId="8de6e3ae-4a0f-4fec-872c-186cd6cf249a" providerId="ADAL" clId="{ADE3BD1B-332C-4690-A1CA-8247EEEB03FD}" dt="2026-04-11T22:56:24.835" v="3886" actId="20577"/>
        <pc:sldMkLst>
          <pc:docMk/>
          <pc:sldMk cId="1561960888" sldId="2147308828"/>
        </pc:sldMkLst>
        <pc:spChg chg="mod">
          <ac:chgData name="Ohad Shimon" userId="8de6e3ae-4a0f-4fec-872c-186cd6cf249a" providerId="ADAL" clId="{ADE3BD1B-332C-4690-A1CA-8247EEEB03FD}" dt="2026-04-11T22:56:24.835" v="3886" actId="20577"/>
          <ac:spMkLst>
            <pc:docMk/>
            <pc:sldMk cId="1561960888" sldId="2147308828"/>
            <ac:spMk id="3" creationId="{614ACA8F-33F4-589E-07E2-A47A538103EF}"/>
          </ac:spMkLst>
        </pc:spChg>
      </pc:sldChg>
      <pc:sldChg chg="add ord">
        <pc:chgData name="Ohad Shimon" userId="8de6e3ae-4a0f-4fec-872c-186cd6cf249a" providerId="ADAL" clId="{ADE3BD1B-332C-4690-A1CA-8247EEEB03FD}" dt="2026-04-09T08:58:06.944" v="1663"/>
        <pc:sldMkLst>
          <pc:docMk/>
          <pc:sldMk cId="1500164584" sldId="2147308841"/>
        </pc:sldMkLst>
      </pc:sldChg>
      <pc:sldChg chg="add mod modShow">
        <pc:chgData name="Ohad Shimon" userId="8de6e3ae-4a0f-4fec-872c-186cd6cf249a" providerId="ADAL" clId="{ADE3BD1B-332C-4690-A1CA-8247EEEB03FD}" dt="2026-04-11T11:36:04.217" v="3088" actId="729"/>
        <pc:sldMkLst>
          <pc:docMk/>
          <pc:sldMk cId="3522689501" sldId="2147308844"/>
        </pc:sldMkLst>
      </pc:sldChg>
      <pc:sldChg chg="modSp add del mod ord">
        <pc:chgData name="Ohad Shimon" userId="8de6e3ae-4a0f-4fec-872c-186cd6cf249a" providerId="ADAL" clId="{ADE3BD1B-332C-4690-A1CA-8247EEEB03FD}" dt="2026-04-11T22:57:41.864" v="4012" actId="47"/>
        <pc:sldMkLst>
          <pc:docMk/>
          <pc:sldMk cId="2132113458" sldId="2147308845"/>
        </pc:sldMkLst>
        <pc:spChg chg="mod">
          <ac:chgData name="Ohad Shimon" userId="8de6e3ae-4a0f-4fec-872c-186cd6cf249a" providerId="ADAL" clId="{ADE3BD1B-332C-4690-A1CA-8247EEEB03FD}" dt="2026-04-11T10:27:47.725" v="2392" actId="20577"/>
          <ac:spMkLst>
            <pc:docMk/>
            <pc:sldMk cId="2132113458" sldId="2147308845"/>
            <ac:spMk id="6" creationId="{8442C6FC-DED4-7D2B-C4FE-0E4CA1CC8210}"/>
          </ac:spMkLst>
        </pc:spChg>
      </pc:sldChg>
      <pc:sldChg chg="modSp add mod ord">
        <pc:chgData name="Ohad Shimon" userId="8de6e3ae-4a0f-4fec-872c-186cd6cf249a" providerId="ADAL" clId="{ADE3BD1B-332C-4690-A1CA-8247EEEB03FD}" dt="2026-04-11T10:38:20.704" v="2992" actId="20577"/>
        <pc:sldMkLst>
          <pc:docMk/>
          <pc:sldMk cId="4057023035" sldId="2147308850"/>
        </pc:sldMkLst>
        <pc:spChg chg="mod">
          <ac:chgData name="Ohad Shimon" userId="8de6e3ae-4a0f-4fec-872c-186cd6cf249a" providerId="ADAL" clId="{ADE3BD1B-332C-4690-A1CA-8247EEEB03FD}" dt="2026-04-11T10:28:22.898" v="2409" actId="20577"/>
          <ac:spMkLst>
            <pc:docMk/>
            <pc:sldMk cId="4057023035" sldId="2147308850"/>
            <ac:spMk id="2" creationId="{172A0F70-45F0-E705-560F-4558AC02EB03}"/>
          </ac:spMkLst>
        </pc:spChg>
        <pc:spChg chg="mod">
          <ac:chgData name="Ohad Shimon" userId="8de6e3ae-4a0f-4fec-872c-186cd6cf249a" providerId="ADAL" clId="{ADE3BD1B-332C-4690-A1CA-8247EEEB03FD}" dt="2026-04-11T10:38:20.704" v="2992" actId="20577"/>
          <ac:spMkLst>
            <pc:docMk/>
            <pc:sldMk cId="4057023035" sldId="2147308850"/>
            <ac:spMk id="3" creationId="{2F5685A9-4262-3B38-2BAB-53F12B0FA64E}"/>
          </ac:spMkLst>
        </pc:spChg>
      </pc:sldChg>
      <pc:sldChg chg="addSp delSp modSp add mod">
        <pc:chgData name="Ohad Shimon" userId="8de6e3ae-4a0f-4fec-872c-186cd6cf249a" providerId="ADAL" clId="{ADE3BD1B-332C-4690-A1CA-8247EEEB03FD}" dt="2026-04-11T22:30:13.610" v="3607" actId="20577"/>
        <pc:sldMkLst>
          <pc:docMk/>
          <pc:sldMk cId="2304251379" sldId="2147308851"/>
        </pc:sldMkLst>
        <pc:spChg chg="mod">
          <ac:chgData name="Ohad Shimon" userId="8de6e3ae-4a0f-4fec-872c-186cd6cf249a" providerId="ADAL" clId="{ADE3BD1B-332C-4690-A1CA-8247EEEB03FD}" dt="2026-04-11T10:28:13.822" v="2394" actId="20577"/>
          <ac:spMkLst>
            <pc:docMk/>
            <pc:sldMk cId="2304251379" sldId="2147308851"/>
            <ac:spMk id="2" creationId="{71F17093-81EC-87EE-6573-A12B1C0B0CA1}"/>
          </ac:spMkLst>
        </pc:spChg>
        <pc:spChg chg="mod">
          <ac:chgData name="Ohad Shimon" userId="8de6e3ae-4a0f-4fec-872c-186cd6cf249a" providerId="ADAL" clId="{ADE3BD1B-332C-4690-A1CA-8247EEEB03FD}" dt="2026-04-11T22:30:13.610" v="3607" actId="20577"/>
          <ac:spMkLst>
            <pc:docMk/>
            <pc:sldMk cId="2304251379" sldId="2147308851"/>
            <ac:spMk id="3" creationId="{8F654B16-9CF6-C837-A285-869E598294A0}"/>
          </ac:spMkLst>
        </pc:spChg>
        <pc:graphicFrameChg chg="add del mod">
          <ac:chgData name="Ohad Shimon" userId="8de6e3ae-4a0f-4fec-872c-186cd6cf249a" providerId="ADAL" clId="{ADE3BD1B-332C-4690-A1CA-8247EEEB03FD}" dt="2026-04-11T22:24:06.964" v="3352" actId="478"/>
          <ac:graphicFrameMkLst>
            <pc:docMk/>
            <pc:sldMk cId="2304251379" sldId="2147308851"/>
            <ac:graphicFrameMk id="4" creationId="{4F08B49C-BBCF-9244-BAAC-996036B3E5E4}"/>
          </ac:graphicFrameMkLst>
        </pc:graphicFrameChg>
        <pc:graphicFrameChg chg="add mod">
          <ac:chgData name="Ohad Shimon" userId="8de6e3ae-4a0f-4fec-872c-186cd6cf249a" providerId="ADAL" clId="{ADE3BD1B-332C-4690-A1CA-8247EEEB03FD}" dt="2026-04-11T22:25:20.981" v="3366"/>
          <ac:graphicFrameMkLst>
            <pc:docMk/>
            <pc:sldMk cId="2304251379" sldId="2147308851"/>
            <ac:graphicFrameMk id="5" creationId="{86D46CA7-924C-A165-45CF-6CC3232C086C}"/>
          </ac:graphicFrameMkLst>
        </pc:graphicFrameChg>
        <pc:graphicFrameChg chg="add del mod">
          <ac:chgData name="Ohad Shimon" userId="8de6e3ae-4a0f-4fec-872c-186cd6cf249a" providerId="ADAL" clId="{ADE3BD1B-332C-4690-A1CA-8247EEEB03FD}" dt="2026-04-11T22:25:55.064" v="3372" actId="478"/>
          <ac:graphicFrameMkLst>
            <pc:docMk/>
            <pc:sldMk cId="2304251379" sldId="2147308851"/>
            <ac:graphicFrameMk id="6" creationId="{11FC7F6F-E70C-2012-05CA-6185E6475B66}"/>
          </ac:graphicFrameMkLst>
        </pc:graphicFrameChg>
        <pc:graphicFrameChg chg="add del mod">
          <ac:chgData name="Ohad Shimon" userId="8de6e3ae-4a0f-4fec-872c-186cd6cf249a" providerId="ADAL" clId="{ADE3BD1B-332C-4690-A1CA-8247EEEB03FD}" dt="2026-04-11T22:25:36.392" v="3370" actId="478"/>
          <ac:graphicFrameMkLst>
            <pc:docMk/>
            <pc:sldMk cId="2304251379" sldId="2147308851"/>
            <ac:graphicFrameMk id="7" creationId="{34F73DAB-C946-E8F2-C00A-6EA66DBE947C}"/>
          </ac:graphicFrameMkLst>
        </pc:graphicFrameChg>
        <pc:graphicFrameChg chg="add del mod">
          <ac:chgData name="Ohad Shimon" userId="8de6e3ae-4a0f-4fec-872c-186cd6cf249a" providerId="ADAL" clId="{ADE3BD1B-332C-4690-A1CA-8247EEEB03FD}" dt="2026-04-11T22:26:39.591" v="3394" actId="478"/>
          <ac:graphicFrameMkLst>
            <pc:docMk/>
            <pc:sldMk cId="2304251379" sldId="2147308851"/>
            <ac:graphicFrameMk id="8" creationId="{72D99CF5-6434-B009-D3A7-7C226A3FC65E}"/>
          </ac:graphicFrameMkLst>
        </pc:graphicFrameChg>
        <pc:graphicFrameChg chg="add del mod">
          <ac:chgData name="Ohad Shimon" userId="8de6e3ae-4a0f-4fec-872c-186cd6cf249a" providerId="ADAL" clId="{ADE3BD1B-332C-4690-A1CA-8247EEEB03FD}" dt="2026-04-11T22:28:24.429" v="3465" actId="478"/>
          <ac:graphicFrameMkLst>
            <pc:docMk/>
            <pc:sldMk cId="2304251379" sldId="2147308851"/>
            <ac:graphicFrameMk id="9" creationId="{BF677EF6-EE93-8246-2B63-6BAB1D52FC32}"/>
          </ac:graphicFrameMkLst>
        </pc:graphicFrameChg>
      </pc:sldChg>
      <pc:sldChg chg="addSp delSp modSp add mod ord">
        <pc:chgData name="Ohad Shimon" userId="8de6e3ae-4a0f-4fec-872c-186cd6cf249a" providerId="ADAL" clId="{ADE3BD1B-332C-4690-A1CA-8247EEEB03FD}" dt="2026-04-11T12:15:14.908" v="3217"/>
        <pc:sldMkLst>
          <pc:docMk/>
          <pc:sldMk cId="1496243696" sldId="2147308852"/>
        </pc:sldMkLst>
        <pc:spChg chg="del">
          <ac:chgData name="Ohad Shimon" userId="8de6e3ae-4a0f-4fec-872c-186cd6cf249a" providerId="ADAL" clId="{ADE3BD1B-332C-4690-A1CA-8247EEEB03FD}" dt="2026-04-11T10:31:56.714" v="2665"/>
          <ac:spMkLst>
            <pc:docMk/>
            <pc:sldMk cId="1496243696" sldId="2147308852"/>
            <ac:spMk id="3" creationId="{A3A0A8D5-531D-9049-7FE8-5731E5650216}"/>
          </ac:spMkLst>
        </pc:spChg>
        <pc:spChg chg="add del mod">
          <ac:chgData name="Ohad Shimon" userId="8de6e3ae-4a0f-4fec-872c-186cd6cf249a" providerId="ADAL" clId="{ADE3BD1B-332C-4690-A1CA-8247EEEB03FD}" dt="2026-04-11T12:14:58.966" v="3213" actId="22"/>
          <ac:spMkLst>
            <pc:docMk/>
            <pc:sldMk cId="1496243696" sldId="2147308852"/>
            <ac:spMk id="7" creationId="{6540173C-0E90-E01D-3B05-A4DE756E2CA0}"/>
          </ac:spMkLst>
        </pc:spChg>
        <pc:picChg chg="add del mod ord">
          <ac:chgData name="Ohad Shimon" userId="8de6e3ae-4a0f-4fec-872c-186cd6cf249a" providerId="ADAL" clId="{ADE3BD1B-332C-4690-A1CA-8247EEEB03FD}" dt="2026-04-11T12:14:56.477" v="3212" actId="478"/>
          <ac:picMkLst>
            <pc:docMk/>
            <pc:sldMk cId="1496243696" sldId="2147308852"/>
            <ac:picMk id="5" creationId="{352118E7-21D4-9F4E-1244-B26FE5FC4F5F}"/>
          </ac:picMkLst>
        </pc:picChg>
        <pc:picChg chg="add mod ord">
          <ac:chgData name="Ohad Shimon" userId="8de6e3ae-4a0f-4fec-872c-186cd6cf249a" providerId="ADAL" clId="{ADE3BD1B-332C-4690-A1CA-8247EEEB03FD}" dt="2026-04-11T12:15:03.390" v="3215" actId="14100"/>
          <ac:picMkLst>
            <pc:docMk/>
            <pc:sldMk cId="1496243696" sldId="2147308852"/>
            <ac:picMk id="9" creationId="{21EA2DEF-ADF5-A1DD-E869-FAA8C13EF929}"/>
          </ac:picMkLst>
        </pc:picChg>
        <pc:picChg chg="del">
          <ac:chgData name="Ohad Shimon" userId="8de6e3ae-4a0f-4fec-872c-186cd6cf249a" providerId="ADAL" clId="{ADE3BD1B-332C-4690-A1CA-8247EEEB03FD}" dt="2026-04-11T10:31:55.597" v="2663" actId="478"/>
          <ac:picMkLst>
            <pc:docMk/>
            <pc:sldMk cId="1496243696" sldId="2147308852"/>
            <ac:picMk id="9218" creationId="{D6CAE578-1CA2-2AF6-4DEF-D2A5D453F55B}"/>
          </ac:picMkLst>
        </pc:picChg>
      </pc:sldChg>
      <pc:sldChg chg="addSp delSp modSp add del mod">
        <pc:chgData name="Ohad Shimon" userId="8de6e3ae-4a0f-4fec-872c-186cd6cf249a" providerId="ADAL" clId="{ADE3BD1B-332C-4690-A1CA-8247EEEB03FD}" dt="2026-04-11T11:35:19.391" v="3084" actId="47"/>
        <pc:sldMkLst>
          <pc:docMk/>
          <pc:sldMk cId="1474834732" sldId="2147308853"/>
        </pc:sldMkLst>
        <pc:spChg chg="del">
          <ac:chgData name="Ohad Shimon" userId="8de6e3ae-4a0f-4fec-872c-186cd6cf249a" providerId="ADAL" clId="{ADE3BD1B-332C-4690-A1CA-8247EEEB03FD}" dt="2026-04-11T11:06:12.206" v="2996" actId="478"/>
          <ac:spMkLst>
            <pc:docMk/>
            <pc:sldMk cId="1474834732" sldId="2147308853"/>
            <ac:spMk id="2" creationId="{5002DDCE-1FCE-90AD-96FC-BB3E4B18FE1B}"/>
          </ac:spMkLst>
        </pc:spChg>
        <pc:spChg chg="del">
          <ac:chgData name="Ohad Shimon" userId="8de6e3ae-4a0f-4fec-872c-186cd6cf249a" providerId="ADAL" clId="{ADE3BD1B-332C-4690-A1CA-8247EEEB03FD}" dt="2026-04-11T11:06:10.917" v="2995" actId="478"/>
          <ac:spMkLst>
            <pc:docMk/>
            <pc:sldMk cId="1474834732" sldId="2147308853"/>
            <ac:spMk id="3" creationId="{15FDDC85-74A9-9703-7240-4FBE41EB7179}"/>
          </ac:spMkLst>
        </pc:spChg>
        <pc:spChg chg="add mod">
          <ac:chgData name="Ohad Shimon" userId="8de6e3ae-4a0f-4fec-872c-186cd6cf249a" providerId="ADAL" clId="{ADE3BD1B-332C-4690-A1CA-8247EEEB03FD}" dt="2026-04-11T11:07:27.474" v="3027" actId="164"/>
          <ac:spMkLst>
            <pc:docMk/>
            <pc:sldMk cId="1474834732" sldId="2147308853"/>
            <ac:spMk id="4" creationId="{8B71DE9E-DF61-5FD6-11A5-B13DB54A2C59}"/>
          </ac:spMkLst>
        </pc:spChg>
        <pc:spChg chg="add mod">
          <ac:chgData name="Ohad Shimon" userId="8de6e3ae-4a0f-4fec-872c-186cd6cf249a" providerId="ADAL" clId="{ADE3BD1B-332C-4690-A1CA-8247EEEB03FD}" dt="2026-04-11T11:07:27.474" v="3027" actId="164"/>
          <ac:spMkLst>
            <pc:docMk/>
            <pc:sldMk cId="1474834732" sldId="2147308853"/>
            <ac:spMk id="5" creationId="{D8FD394D-3430-BC4F-F2BD-00B785F19533}"/>
          </ac:spMkLst>
        </pc:spChg>
        <pc:spChg chg="add mod">
          <ac:chgData name="Ohad Shimon" userId="8de6e3ae-4a0f-4fec-872c-186cd6cf249a" providerId="ADAL" clId="{ADE3BD1B-332C-4690-A1CA-8247EEEB03FD}" dt="2026-04-11T11:07:27.474" v="3027" actId="164"/>
          <ac:spMkLst>
            <pc:docMk/>
            <pc:sldMk cId="1474834732" sldId="2147308853"/>
            <ac:spMk id="6" creationId="{FA8F8909-9119-3561-40DE-014981AADBD8}"/>
          </ac:spMkLst>
        </pc:spChg>
        <pc:spChg chg="add mod">
          <ac:chgData name="Ohad Shimon" userId="8de6e3ae-4a0f-4fec-872c-186cd6cf249a" providerId="ADAL" clId="{ADE3BD1B-332C-4690-A1CA-8247EEEB03FD}" dt="2026-04-11T11:07:27.474" v="3027" actId="164"/>
          <ac:spMkLst>
            <pc:docMk/>
            <pc:sldMk cId="1474834732" sldId="2147308853"/>
            <ac:spMk id="7" creationId="{EBDF25A7-6306-89C2-954D-AADDC2B8881F}"/>
          </ac:spMkLst>
        </pc:spChg>
        <pc:spChg chg="add mod">
          <ac:chgData name="Ohad Shimon" userId="8de6e3ae-4a0f-4fec-872c-186cd6cf249a" providerId="ADAL" clId="{ADE3BD1B-332C-4690-A1CA-8247EEEB03FD}" dt="2026-04-11T11:07:27.474" v="3027" actId="164"/>
          <ac:spMkLst>
            <pc:docMk/>
            <pc:sldMk cId="1474834732" sldId="2147308853"/>
            <ac:spMk id="8" creationId="{E821E4DD-F4BF-09B0-1CA0-4FAA9DB7587A}"/>
          </ac:spMkLst>
        </pc:spChg>
        <pc:spChg chg="add mod">
          <ac:chgData name="Ohad Shimon" userId="8de6e3ae-4a0f-4fec-872c-186cd6cf249a" providerId="ADAL" clId="{ADE3BD1B-332C-4690-A1CA-8247EEEB03FD}" dt="2026-04-11T11:07:27.474" v="3027" actId="164"/>
          <ac:spMkLst>
            <pc:docMk/>
            <pc:sldMk cId="1474834732" sldId="2147308853"/>
            <ac:spMk id="9" creationId="{6C808B36-B32D-4013-7F15-2E3527E5FE7A}"/>
          </ac:spMkLst>
        </pc:spChg>
        <pc:grpChg chg="add mod">
          <ac:chgData name="Ohad Shimon" userId="8de6e3ae-4a0f-4fec-872c-186cd6cf249a" providerId="ADAL" clId="{ADE3BD1B-332C-4690-A1CA-8247EEEB03FD}" dt="2026-04-11T11:07:27.474" v="3027" actId="164"/>
          <ac:grpSpMkLst>
            <pc:docMk/>
            <pc:sldMk cId="1474834732" sldId="2147308853"/>
            <ac:grpSpMk id="10" creationId="{2C9673EF-A241-A5A2-C934-B7EF73D92595}"/>
          </ac:grpSpMkLst>
        </pc:grpChg>
        <pc:picChg chg="del">
          <ac:chgData name="Ohad Shimon" userId="8de6e3ae-4a0f-4fec-872c-186cd6cf249a" providerId="ADAL" clId="{ADE3BD1B-332C-4690-A1CA-8247EEEB03FD}" dt="2026-04-11T11:06:08.560" v="2994" actId="478"/>
          <ac:picMkLst>
            <pc:docMk/>
            <pc:sldMk cId="1474834732" sldId="2147308853"/>
            <ac:picMk id="9218" creationId="{610A56AF-809A-B807-7941-629BD85CF996}"/>
          </ac:picMkLst>
        </pc:picChg>
      </pc:sldChg>
      <pc:sldChg chg="addSp delSp modSp add mod ord">
        <pc:chgData name="Ohad Shimon" userId="8de6e3ae-4a0f-4fec-872c-186cd6cf249a" providerId="ADAL" clId="{ADE3BD1B-332C-4690-A1CA-8247EEEB03FD}" dt="2026-04-11T23:26:18.331" v="4147" actId="164"/>
        <pc:sldMkLst>
          <pc:docMk/>
          <pc:sldMk cId="2104447836" sldId="2147308854"/>
        </pc:sldMkLst>
        <pc:spChg chg="del">
          <ac:chgData name="Ohad Shimon" userId="8de6e3ae-4a0f-4fec-872c-186cd6cf249a" providerId="ADAL" clId="{ADE3BD1B-332C-4690-A1CA-8247EEEB03FD}" dt="2026-04-11T11:32:58.119" v="3038"/>
          <ac:spMkLst>
            <pc:docMk/>
            <pc:sldMk cId="2104447836" sldId="2147308854"/>
            <ac:spMk id="3" creationId="{EAC74565-1E4A-C8EF-8F55-97239E4213A1}"/>
          </ac:spMkLst>
        </pc:spChg>
        <pc:spChg chg="add del mod">
          <ac:chgData name="Ohad Shimon" userId="8de6e3ae-4a0f-4fec-872c-186cd6cf249a" providerId="ADAL" clId="{ADE3BD1B-332C-4690-A1CA-8247EEEB03FD}" dt="2026-04-11T12:08:38.939" v="3170" actId="478"/>
          <ac:spMkLst>
            <pc:docMk/>
            <pc:sldMk cId="2104447836" sldId="2147308854"/>
            <ac:spMk id="12" creationId="{5613D034-D02D-38DF-663E-2D59ACB681FF}"/>
          </ac:spMkLst>
        </pc:spChg>
        <pc:spChg chg="add del mod">
          <ac:chgData name="Ohad Shimon" userId="8de6e3ae-4a0f-4fec-872c-186cd6cf249a" providerId="ADAL" clId="{ADE3BD1B-332C-4690-A1CA-8247EEEB03FD}" dt="2026-04-11T12:08:53.032" v="3182" actId="478"/>
          <ac:spMkLst>
            <pc:docMk/>
            <pc:sldMk cId="2104447836" sldId="2147308854"/>
            <ac:spMk id="14" creationId="{9F2C0E47-6A29-EE7D-7E54-91B11F10C97C}"/>
          </ac:spMkLst>
        </pc:spChg>
        <pc:spChg chg="add mod">
          <ac:chgData name="Ohad Shimon" userId="8de6e3ae-4a0f-4fec-872c-186cd6cf249a" providerId="ADAL" clId="{ADE3BD1B-332C-4690-A1CA-8247EEEB03FD}" dt="2026-04-11T12:20:58.363" v="3240" actId="207"/>
          <ac:spMkLst>
            <pc:docMk/>
            <pc:sldMk cId="2104447836" sldId="2147308854"/>
            <ac:spMk id="17" creationId="{257B0167-E86F-0928-99DE-AFC6FB1959F3}"/>
          </ac:spMkLst>
        </pc:spChg>
        <pc:spChg chg="add mod">
          <ac:chgData name="Ohad Shimon" userId="8de6e3ae-4a0f-4fec-872c-186cd6cf249a" providerId="ADAL" clId="{ADE3BD1B-332C-4690-A1CA-8247EEEB03FD}" dt="2026-04-11T12:20:45.787" v="3239" actId="14100"/>
          <ac:spMkLst>
            <pc:docMk/>
            <pc:sldMk cId="2104447836" sldId="2147308854"/>
            <ac:spMk id="18" creationId="{4A2A6E85-8BE0-86B0-D865-37E40F08F0B8}"/>
          </ac:spMkLst>
        </pc:spChg>
        <pc:grpChg chg="add mod">
          <ac:chgData name="Ohad Shimon" userId="8de6e3ae-4a0f-4fec-872c-186cd6cf249a" providerId="ADAL" clId="{ADE3BD1B-332C-4690-A1CA-8247EEEB03FD}" dt="2026-04-11T23:26:18.331" v="4147" actId="164"/>
          <ac:grpSpMkLst>
            <pc:docMk/>
            <pc:sldMk cId="2104447836" sldId="2147308854"/>
            <ac:grpSpMk id="3" creationId="{A71909BF-354F-2FB1-1E77-DA3384D2FEF8}"/>
          </ac:grpSpMkLst>
        </pc:grpChg>
        <pc:picChg chg="add del mod">
          <ac:chgData name="Ohad Shimon" userId="8de6e3ae-4a0f-4fec-872c-186cd6cf249a" providerId="ADAL" clId="{ADE3BD1B-332C-4690-A1CA-8247EEEB03FD}" dt="2026-04-11T12:02:40.599" v="3124" actId="478"/>
          <ac:picMkLst>
            <pc:docMk/>
            <pc:sldMk cId="2104447836" sldId="2147308854"/>
            <ac:picMk id="4" creationId="{AECEA68E-33DE-13BE-70C5-A874C6D84B34}"/>
          </ac:picMkLst>
        </pc:picChg>
        <pc:picChg chg="add del mod">
          <ac:chgData name="Ohad Shimon" userId="8de6e3ae-4a0f-4fec-872c-186cd6cf249a" providerId="ADAL" clId="{ADE3BD1B-332C-4690-A1CA-8247EEEB03FD}" dt="2026-04-11T12:08:50.330" v="3181" actId="478"/>
          <ac:picMkLst>
            <pc:docMk/>
            <pc:sldMk cId="2104447836" sldId="2147308854"/>
            <ac:picMk id="5" creationId="{E4806E51-5E50-AD98-F64D-CB6E715C064B}"/>
          </ac:picMkLst>
        </pc:picChg>
        <pc:picChg chg="add mod">
          <ac:chgData name="Ohad Shimon" userId="8de6e3ae-4a0f-4fec-872c-186cd6cf249a" providerId="ADAL" clId="{ADE3BD1B-332C-4690-A1CA-8247EEEB03FD}" dt="2026-04-11T23:26:18.331" v="4147" actId="164"/>
          <ac:picMkLst>
            <pc:docMk/>
            <pc:sldMk cId="2104447836" sldId="2147308854"/>
            <ac:picMk id="6" creationId="{D054EA34-FA85-693E-93F1-CEE88FAB0828}"/>
          </ac:picMkLst>
        </pc:picChg>
        <pc:picChg chg="add del mod">
          <ac:chgData name="Ohad Shimon" userId="8de6e3ae-4a0f-4fec-872c-186cd6cf249a" providerId="ADAL" clId="{ADE3BD1B-332C-4690-A1CA-8247EEEB03FD}" dt="2026-04-11T23:26:18.331" v="4147" actId="164"/>
          <ac:picMkLst>
            <pc:docMk/>
            <pc:sldMk cId="2104447836" sldId="2147308854"/>
            <ac:picMk id="7" creationId="{B4285E10-0BD1-0BEC-10D6-00ADC8542D53}"/>
          </ac:picMkLst>
        </pc:picChg>
        <pc:picChg chg="add del mod">
          <ac:chgData name="Ohad Shimon" userId="8de6e3ae-4a0f-4fec-872c-186cd6cf249a" providerId="ADAL" clId="{ADE3BD1B-332C-4690-A1CA-8247EEEB03FD}" dt="2026-04-11T12:08:48.758" v="3180" actId="478"/>
          <ac:picMkLst>
            <pc:docMk/>
            <pc:sldMk cId="2104447836" sldId="2147308854"/>
            <ac:picMk id="8" creationId="{1AC4A05D-7926-F289-1CA2-20D87900FBAA}"/>
          </ac:picMkLst>
        </pc:picChg>
        <pc:picChg chg="add del mod">
          <ac:chgData name="Ohad Shimon" userId="8de6e3ae-4a0f-4fec-872c-186cd6cf249a" providerId="ADAL" clId="{ADE3BD1B-332C-4690-A1CA-8247EEEB03FD}" dt="2026-04-11T12:02:25.790" v="3121" actId="478"/>
          <ac:picMkLst>
            <pc:docMk/>
            <pc:sldMk cId="2104447836" sldId="2147308854"/>
            <ac:picMk id="9" creationId="{331F7E35-C4DA-2DC0-2427-BFAEB3F429EB}"/>
          </ac:picMkLst>
        </pc:picChg>
        <pc:picChg chg="add del mod">
          <ac:chgData name="Ohad Shimon" userId="8de6e3ae-4a0f-4fec-872c-186cd6cf249a" providerId="ADAL" clId="{ADE3BD1B-332C-4690-A1CA-8247EEEB03FD}" dt="2026-04-11T12:08:53.745" v="3183" actId="478"/>
          <ac:picMkLst>
            <pc:docMk/>
            <pc:sldMk cId="2104447836" sldId="2147308854"/>
            <ac:picMk id="10" creationId="{9CF0618C-06A1-4F20-B22C-B2021ADC8795}"/>
          </ac:picMkLst>
        </pc:picChg>
        <pc:picChg chg="add del mod">
          <ac:chgData name="Ohad Shimon" userId="8de6e3ae-4a0f-4fec-872c-186cd6cf249a" providerId="ADAL" clId="{ADE3BD1B-332C-4690-A1CA-8247EEEB03FD}" dt="2026-04-11T12:08:47.670" v="3179" actId="478"/>
          <ac:picMkLst>
            <pc:docMk/>
            <pc:sldMk cId="2104447836" sldId="2147308854"/>
            <ac:picMk id="11" creationId="{1A80DF9E-1EB1-3111-9948-C445564C3121}"/>
          </ac:picMkLst>
        </pc:picChg>
        <pc:picChg chg="add mod">
          <ac:chgData name="Ohad Shimon" userId="8de6e3ae-4a0f-4fec-872c-186cd6cf249a" providerId="ADAL" clId="{ADE3BD1B-332C-4690-A1CA-8247EEEB03FD}" dt="2026-04-11T12:08:38.455" v="3169" actId="732"/>
          <ac:picMkLst>
            <pc:docMk/>
            <pc:sldMk cId="2104447836" sldId="2147308854"/>
            <ac:picMk id="13" creationId="{37881C63-A856-54BD-717F-373716AA5E27}"/>
          </ac:picMkLst>
        </pc:picChg>
        <pc:picChg chg="add mod">
          <ac:chgData name="Ohad Shimon" userId="8de6e3ae-4a0f-4fec-872c-186cd6cf249a" providerId="ADAL" clId="{ADE3BD1B-332C-4690-A1CA-8247EEEB03FD}" dt="2026-04-11T23:26:18.331" v="4147" actId="164"/>
          <ac:picMkLst>
            <pc:docMk/>
            <pc:sldMk cId="2104447836" sldId="2147308854"/>
            <ac:picMk id="15" creationId="{B486C29D-CB42-C240-14ED-A33C5F379873}"/>
          </ac:picMkLst>
        </pc:picChg>
        <pc:picChg chg="add mod">
          <ac:chgData name="Ohad Shimon" userId="8de6e3ae-4a0f-4fec-872c-186cd6cf249a" providerId="ADAL" clId="{ADE3BD1B-332C-4690-A1CA-8247EEEB03FD}" dt="2026-04-11T23:26:18.331" v="4147" actId="164"/>
          <ac:picMkLst>
            <pc:docMk/>
            <pc:sldMk cId="2104447836" sldId="2147308854"/>
            <ac:picMk id="16" creationId="{BF64BB15-BDA2-9B9A-71C0-E0A2AE9B9126}"/>
          </ac:picMkLst>
        </pc:picChg>
        <pc:picChg chg="del mod">
          <ac:chgData name="Ohad Shimon" userId="8de6e3ae-4a0f-4fec-872c-186cd6cf249a" providerId="ADAL" clId="{ADE3BD1B-332C-4690-A1CA-8247EEEB03FD}" dt="2026-04-11T11:33:02.246" v="3040" actId="478"/>
          <ac:picMkLst>
            <pc:docMk/>
            <pc:sldMk cId="2104447836" sldId="2147308854"/>
            <ac:picMk id="8194" creationId="{8EE6C027-8B69-CB39-9F9F-724CF768116C}"/>
          </ac:picMkLst>
        </pc:picChg>
      </pc:sldChg>
      <pc:sldChg chg="addSp modSp add mod ord modShow">
        <pc:chgData name="Ohad Shimon" userId="8de6e3ae-4a0f-4fec-872c-186cd6cf249a" providerId="ADAL" clId="{ADE3BD1B-332C-4690-A1CA-8247EEEB03FD}" dt="2026-04-11T12:15:32.630" v="3223" actId="729"/>
        <pc:sldMkLst>
          <pc:docMk/>
          <pc:sldMk cId="2173726648" sldId="2147308855"/>
        </pc:sldMkLst>
        <pc:grpChg chg="add mod">
          <ac:chgData name="Ohad Shimon" userId="8de6e3ae-4a0f-4fec-872c-186cd6cf249a" providerId="ADAL" clId="{ADE3BD1B-332C-4690-A1CA-8247EEEB03FD}" dt="2026-04-11T12:12:42.077" v="3210" actId="164"/>
          <ac:grpSpMkLst>
            <pc:docMk/>
            <pc:sldMk cId="2173726648" sldId="2147308855"/>
            <ac:grpSpMk id="5" creationId="{C491B2C0-4169-DD8C-1579-2D81F10ED264}"/>
          </ac:grpSpMkLst>
        </pc:grpChg>
        <pc:picChg chg="add mod">
          <ac:chgData name="Ohad Shimon" userId="8de6e3ae-4a0f-4fec-872c-186cd6cf249a" providerId="ADAL" clId="{ADE3BD1B-332C-4690-A1CA-8247EEEB03FD}" dt="2026-04-11T12:12:42.077" v="3210" actId="164"/>
          <ac:picMkLst>
            <pc:docMk/>
            <pc:sldMk cId="2173726648" sldId="2147308855"/>
            <ac:picMk id="4" creationId="{9226CA68-BACC-07CF-6D47-998438AA6755}"/>
          </ac:picMkLst>
        </pc:picChg>
        <pc:picChg chg="mod">
          <ac:chgData name="Ohad Shimon" userId="8de6e3ae-4a0f-4fec-872c-186cd6cf249a" providerId="ADAL" clId="{ADE3BD1B-332C-4690-A1CA-8247EEEB03FD}" dt="2026-04-11T12:12:42.077" v="3210" actId="164"/>
          <ac:picMkLst>
            <pc:docMk/>
            <pc:sldMk cId="2173726648" sldId="2147308855"/>
            <ac:picMk id="9218" creationId="{CB91E393-C0A2-CF55-7E06-502A12539ABC}"/>
          </ac:picMkLst>
        </pc:picChg>
      </pc:sldChg>
      <pc:sldChg chg="addSp delSp modSp add del mod">
        <pc:chgData name="Ohad Shimon" userId="8de6e3ae-4a0f-4fec-872c-186cd6cf249a" providerId="ADAL" clId="{ADE3BD1B-332C-4690-A1CA-8247EEEB03FD}" dt="2026-04-11T11:42:58.602" v="3094" actId="47"/>
        <pc:sldMkLst>
          <pc:docMk/>
          <pc:sldMk cId="2303093560" sldId="2147308855"/>
        </pc:sldMkLst>
        <pc:spChg chg="del">
          <ac:chgData name="Ohad Shimon" userId="8de6e3ae-4a0f-4fec-872c-186cd6cf249a" providerId="ADAL" clId="{ADE3BD1B-332C-4690-A1CA-8247EEEB03FD}" dt="2026-04-11T11:42:20.191" v="3091" actId="478"/>
          <ac:spMkLst>
            <pc:docMk/>
            <pc:sldMk cId="2303093560" sldId="2147308855"/>
            <ac:spMk id="2" creationId="{84D53C02-9ABE-5B3F-BE0E-EB3B25464195}"/>
          </ac:spMkLst>
        </pc:spChg>
        <pc:spChg chg="add">
          <ac:chgData name="Ohad Shimon" userId="8de6e3ae-4a0f-4fec-872c-186cd6cf249a" providerId="ADAL" clId="{ADE3BD1B-332C-4690-A1CA-8247EEEB03FD}" dt="2026-04-11T11:42:15.213" v="3090"/>
          <ac:spMkLst>
            <pc:docMk/>
            <pc:sldMk cId="2303093560" sldId="2147308855"/>
            <ac:spMk id="3" creationId="{E34D3232-0F46-B37E-07F3-3788372E10AC}"/>
          </ac:spMkLst>
        </pc:spChg>
        <pc:spChg chg="add mod">
          <ac:chgData name="Ohad Shimon" userId="8de6e3ae-4a0f-4fec-872c-186cd6cf249a" providerId="ADAL" clId="{ADE3BD1B-332C-4690-A1CA-8247EEEB03FD}" dt="2026-04-11T11:42:20.191" v="3091" actId="478"/>
          <ac:spMkLst>
            <pc:docMk/>
            <pc:sldMk cId="2303093560" sldId="2147308855"/>
            <ac:spMk id="8" creationId="{047C7DE5-4F31-8328-C916-0AFD9CDC41C9}"/>
          </ac:spMkLst>
        </pc:spChg>
        <pc:spChg chg="add">
          <ac:chgData name="Ohad Shimon" userId="8de6e3ae-4a0f-4fec-872c-186cd6cf249a" providerId="ADAL" clId="{ADE3BD1B-332C-4690-A1CA-8247EEEB03FD}" dt="2026-04-11T11:42:29.573" v="3092"/>
          <ac:spMkLst>
            <pc:docMk/>
            <pc:sldMk cId="2303093560" sldId="2147308855"/>
            <ac:spMk id="9" creationId="{2BF95D9C-E9B8-F82F-3DF3-50BF3770232A}"/>
          </ac:spMkLst>
        </pc:spChg>
        <pc:picChg chg="del">
          <ac:chgData name="Ohad Shimon" userId="8de6e3ae-4a0f-4fec-872c-186cd6cf249a" providerId="ADAL" clId="{ADE3BD1B-332C-4690-A1CA-8247EEEB03FD}" dt="2026-04-11T11:42:20.191" v="3091" actId="478"/>
          <ac:picMkLst>
            <pc:docMk/>
            <pc:sldMk cId="2303093560" sldId="2147308855"/>
            <ac:picMk id="4" creationId="{D84BDE51-482B-2494-0F30-54B431B87803}"/>
          </ac:picMkLst>
        </pc:picChg>
        <pc:picChg chg="del">
          <ac:chgData name="Ohad Shimon" userId="8de6e3ae-4a0f-4fec-872c-186cd6cf249a" providerId="ADAL" clId="{ADE3BD1B-332C-4690-A1CA-8247EEEB03FD}" dt="2026-04-11T11:42:20.191" v="3091" actId="478"/>
          <ac:picMkLst>
            <pc:docMk/>
            <pc:sldMk cId="2303093560" sldId="2147308855"/>
            <ac:picMk id="5" creationId="{80EA062C-27D7-A9D2-D664-BC516E47344F}"/>
          </ac:picMkLst>
        </pc:picChg>
        <pc:picChg chg="del">
          <ac:chgData name="Ohad Shimon" userId="8de6e3ae-4a0f-4fec-872c-186cd6cf249a" providerId="ADAL" clId="{ADE3BD1B-332C-4690-A1CA-8247EEEB03FD}" dt="2026-04-11T11:42:20.191" v="3091" actId="478"/>
          <ac:picMkLst>
            <pc:docMk/>
            <pc:sldMk cId="2303093560" sldId="2147308855"/>
            <ac:picMk id="6" creationId="{AF91F643-6D66-321C-ABEB-7AFAD049F692}"/>
          </ac:picMkLst>
        </pc:picChg>
        <pc:picChg chg="del">
          <ac:chgData name="Ohad Shimon" userId="8de6e3ae-4a0f-4fec-872c-186cd6cf249a" providerId="ADAL" clId="{ADE3BD1B-332C-4690-A1CA-8247EEEB03FD}" dt="2026-04-11T11:42:20.191" v="3091" actId="478"/>
          <ac:picMkLst>
            <pc:docMk/>
            <pc:sldMk cId="2303093560" sldId="2147308855"/>
            <ac:picMk id="7" creationId="{2676C438-3568-C5AC-6C92-67087D411E02}"/>
          </ac:picMkLst>
        </pc:picChg>
        <pc:picChg chg="add">
          <ac:chgData name="Ohad Shimon" userId="8de6e3ae-4a0f-4fec-872c-186cd6cf249a" providerId="ADAL" clId="{ADE3BD1B-332C-4690-A1CA-8247EEEB03FD}" dt="2026-04-11T11:42:34.190" v="3093" actId="22"/>
          <ac:picMkLst>
            <pc:docMk/>
            <pc:sldMk cId="2303093560" sldId="2147308855"/>
            <ac:picMk id="11" creationId="{63E67DEF-8C6D-FC5B-E5C6-E78D591D98AF}"/>
          </ac:picMkLst>
        </pc:picChg>
      </pc:sldChg>
      <pc:sldChg chg="add mod ord modShow">
        <pc:chgData name="Ohad Shimon" userId="8de6e3ae-4a0f-4fec-872c-186cd6cf249a" providerId="ADAL" clId="{ADE3BD1B-332C-4690-A1CA-8247EEEB03FD}" dt="2026-04-11T12:15:30.709" v="3222" actId="729"/>
        <pc:sldMkLst>
          <pc:docMk/>
          <pc:sldMk cId="3164071252" sldId="2147308856"/>
        </pc:sldMkLst>
      </pc:sldChg>
      <pc:sldChg chg="addSp delSp modSp add mod">
        <pc:chgData name="Ohad Shimon" userId="8de6e3ae-4a0f-4fec-872c-186cd6cf249a" providerId="ADAL" clId="{ADE3BD1B-332C-4690-A1CA-8247EEEB03FD}" dt="2026-04-11T22:43:29.492" v="3740" actId="478"/>
        <pc:sldMkLst>
          <pc:docMk/>
          <pc:sldMk cId="1930004794" sldId="2147308857"/>
        </pc:sldMkLst>
        <pc:spChg chg="mod">
          <ac:chgData name="Ohad Shimon" userId="8de6e3ae-4a0f-4fec-872c-186cd6cf249a" providerId="ADAL" clId="{ADE3BD1B-332C-4690-A1CA-8247EEEB03FD}" dt="2026-04-11T22:33:47.293" v="3738" actId="20577"/>
          <ac:spMkLst>
            <pc:docMk/>
            <pc:sldMk cId="1930004794" sldId="2147308857"/>
            <ac:spMk id="3" creationId="{E9E836C5-926C-7A26-56FD-4425A29C3D45}"/>
          </ac:spMkLst>
        </pc:spChg>
        <pc:graphicFrameChg chg="add del mod">
          <ac:chgData name="Ohad Shimon" userId="8de6e3ae-4a0f-4fec-872c-186cd6cf249a" providerId="ADAL" clId="{ADE3BD1B-332C-4690-A1CA-8247EEEB03FD}" dt="2026-04-11T22:31:43.765" v="3637" actId="478"/>
          <ac:graphicFrameMkLst>
            <pc:docMk/>
            <pc:sldMk cId="1930004794" sldId="2147308857"/>
            <ac:graphicFrameMk id="4" creationId="{AECE167F-42F2-FFE0-1BCA-E7CA6936DFE9}"/>
          </ac:graphicFrameMkLst>
        </pc:graphicFrameChg>
        <pc:graphicFrameChg chg="add del mod">
          <ac:chgData name="Ohad Shimon" userId="8de6e3ae-4a0f-4fec-872c-186cd6cf249a" providerId="ADAL" clId="{ADE3BD1B-332C-4690-A1CA-8247EEEB03FD}" dt="2026-04-11T22:33:12.036" v="3689" actId="478"/>
          <ac:graphicFrameMkLst>
            <pc:docMk/>
            <pc:sldMk cId="1930004794" sldId="2147308857"/>
            <ac:graphicFrameMk id="5" creationId="{F6EED719-C06E-5EB4-43EE-848D73DBC5FD}"/>
          </ac:graphicFrameMkLst>
        </pc:graphicFrameChg>
        <pc:picChg chg="add del">
          <ac:chgData name="Ohad Shimon" userId="8de6e3ae-4a0f-4fec-872c-186cd6cf249a" providerId="ADAL" clId="{ADE3BD1B-332C-4690-A1CA-8247EEEB03FD}" dt="2026-04-11T22:43:29.492" v="3740" actId="478"/>
          <ac:picMkLst>
            <pc:docMk/>
            <pc:sldMk cId="1930004794" sldId="2147308857"/>
            <ac:picMk id="7" creationId="{903FE9B9-1E4A-2205-4774-D72E73AAFC42}"/>
          </ac:picMkLst>
        </pc:picChg>
      </pc:sldChg>
      <pc:sldChg chg="addSp delSp modSp add mod">
        <pc:chgData name="Ohad Shimon" userId="8de6e3ae-4a0f-4fec-872c-186cd6cf249a" providerId="ADAL" clId="{ADE3BD1B-332C-4690-A1CA-8247EEEB03FD}" dt="2026-04-11T22:53:31.368" v="3847" actId="20577"/>
        <pc:sldMkLst>
          <pc:docMk/>
          <pc:sldMk cId="3446035422" sldId="2147308858"/>
        </pc:sldMkLst>
        <pc:spChg chg="mod">
          <ac:chgData name="Ohad Shimon" userId="8de6e3ae-4a0f-4fec-872c-186cd6cf249a" providerId="ADAL" clId="{ADE3BD1B-332C-4690-A1CA-8247EEEB03FD}" dt="2026-04-11T22:48:09.801" v="3777" actId="20577"/>
          <ac:spMkLst>
            <pc:docMk/>
            <pc:sldMk cId="3446035422" sldId="2147308858"/>
            <ac:spMk id="2" creationId="{F207F8C8-2734-96F4-B0CF-8EAED470DB7B}"/>
          </ac:spMkLst>
        </pc:spChg>
        <pc:spChg chg="mod">
          <ac:chgData name="Ohad Shimon" userId="8de6e3ae-4a0f-4fec-872c-186cd6cf249a" providerId="ADAL" clId="{ADE3BD1B-332C-4690-A1CA-8247EEEB03FD}" dt="2026-04-11T22:53:31.368" v="3847" actId="20577"/>
          <ac:spMkLst>
            <pc:docMk/>
            <pc:sldMk cId="3446035422" sldId="2147308858"/>
            <ac:spMk id="3" creationId="{93292561-2817-81C6-729F-4D8406B36165}"/>
          </ac:spMkLst>
        </pc:spChg>
        <pc:graphicFrameChg chg="add del mod">
          <ac:chgData name="Ohad Shimon" userId="8de6e3ae-4a0f-4fec-872c-186cd6cf249a" providerId="ADAL" clId="{ADE3BD1B-332C-4690-A1CA-8247EEEB03FD}" dt="2026-04-11T22:48:13.638" v="3778" actId="478"/>
          <ac:graphicFrameMkLst>
            <pc:docMk/>
            <pc:sldMk cId="3446035422" sldId="2147308858"/>
            <ac:graphicFrameMk id="4" creationId="{AF04A800-B3CA-1EED-852F-525B228AB4F1}"/>
          </ac:graphicFrameMkLst>
        </pc:graphicFrameChg>
        <pc:graphicFrameChg chg="add del mod">
          <ac:chgData name="Ohad Shimon" userId="8de6e3ae-4a0f-4fec-872c-186cd6cf249a" providerId="ADAL" clId="{ADE3BD1B-332C-4690-A1CA-8247EEEB03FD}" dt="2026-04-11T22:51:18.905" v="3810" actId="478"/>
          <ac:graphicFrameMkLst>
            <pc:docMk/>
            <pc:sldMk cId="3446035422" sldId="2147308858"/>
            <ac:graphicFrameMk id="5" creationId="{A4311A48-22F6-BC65-E929-F652DC6F226D}"/>
          </ac:graphicFrameMkLst>
        </pc:graphicFrameChg>
      </pc:sldChg>
      <pc:sldChg chg="addSp delSp modSp add del mod ord">
        <pc:chgData name="Ohad Shimon" userId="8de6e3ae-4a0f-4fec-872c-186cd6cf249a" providerId="ADAL" clId="{ADE3BD1B-332C-4690-A1CA-8247EEEB03FD}" dt="2026-04-11T22:59:48.713" v="4136" actId="47"/>
        <pc:sldMkLst>
          <pc:docMk/>
          <pc:sldMk cId="3470150222" sldId="2147308859"/>
        </pc:sldMkLst>
        <pc:spChg chg="mod">
          <ac:chgData name="Ohad Shimon" userId="8de6e3ae-4a0f-4fec-872c-186cd6cf249a" providerId="ADAL" clId="{ADE3BD1B-332C-4690-A1CA-8247EEEB03FD}" dt="2026-04-11T22:58:48.245" v="4024" actId="20577"/>
          <ac:spMkLst>
            <pc:docMk/>
            <pc:sldMk cId="3470150222" sldId="2147308859"/>
            <ac:spMk id="5" creationId="{EE033CAE-DF36-A9E4-4850-F091986C50EC}"/>
          </ac:spMkLst>
        </pc:spChg>
        <pc:spChg chg="mod">
          <ac:chgData name="Ohad Shimon" userId="8de6e3ae-4a0f-4fec-872c-186cd6cf249a" providerId="ADAL" clId="{ADE3BD1B-332C-4690-A1CA-8247EEEB03FD}" dt="2026-04-11T22:59:10.815" v="4036" actId="21"/>
          <ac:spMkLst>
            <pc:docMk/>
            <pc:sldMk cId="3470150222" sldId="2147308859"/>
            <ac:spMk id="6" creationId="{0F86BC08-52F2-D0C3-A63A-122491D76A4B}"/>
          </ac:spMkLst>
        </pc:spChg>
        <pc:graphicFrameChg chg="add del mod">
          <ac:chgData name="Ohad Shimon" userId="8de6e3ae-4a0f-4fec-872c-186cd6cf249a" providerId="ADAL" clId="{ADE3BD1B-332C-4690-A1CA-8247EEEB03FD}" dt="2026-04-11T22:46:56.932" v="3770" actId="478"/>
          <ac:graphicFrameMkLst>
            <pc:docMk/>
            <pc:sldMk cId="3470150222" sldId="2147308859"/>
            <ac:graphicFrameMk id="2" creationId="{46329925-6EFC-CF9C-15EA-B2C4D351372B}"/>
          </ac:graphicFrameMkLst>
        </pc:graphicFrameChg>
      </pc:sldChg>
      <pc:sldChg chg="modSp add mod ord">
        <pc:chgData name="Ohad Shimon" userId="8de6e3ae-4a0f-4fec-872c-186cd6cf249a" providerId="ADAL" clId="{ADE3BD1B-332C-4690-A1CA-8247EEEB03FD}" dt="2026-04-11T22:57:37.461" v="4009"/>
        <pc:sldMkLst>
          <pc:docMk/>
          <pc:sldMk cId="3456487089" sldId="2147308860"/>
        </pc:sldMkLst>
        <pc:spChg chg="mod">
          <ac:chgData name="Ohad Shimon" userId="8de6e3ae-4a0f-4fec-872c-186cd6cf249a" providerId="ADAL" clId="{ADE3BD1B-332C-4690-A1CA-8247EEEB03FD}" dt="2026-04-11T22:57:34.306" v="4007" actId="20577"/>
          <ac:spMkLst>
            <pc:docMk/>
            <pc:sldMk cId="3456487089" sldId="2147308860"/>
            <ac:spMk id="2" creationId="{D5BB74DA-7CA5-0606-66C3-3BE9FFB15060}"/>
          </ac:spMkLst>
        </pc:spChg>
        <pc:spChg chg="mod">
          <ac:chgData name="Ohad Shimon" userId="8de6e3ae-4a0f-4fec-872c-186cd6cf249a" providerId="ADAL" clId="{ADE3BD1B-332C-4690-A1CA-8247EEEB03FD}" dt="2026-04-11T22:57:20.523" v="3997" actId="20577"/>
          <ac:spMkLst>
            <pc:docMk/>
            <pc:sldMk cId="3456487089" sldId="2147308860"/>
            <ac:spMk id="3" creationId="{9AE4B070-1C58-B426-6390-4E18DCDCDA39}"/>
          </ac:spMkLst>
        </pc:spChg>
      </pc:sldChg>
      <pc:sldChg chg="modSp add mod ord">
        <pc:chgData name="Ohad Shimon" userId="8de6e3ae-4a0f-4fec-872c-186cd6cf249a" providerId="ADAL" clId="{ADE3BD1B-332C-4690-A1CA-8247EEEB03FD}" dt="2026-04-11T23:00:38.174" v="4146" actId="20577"/>
        <pc:sldMkLst>
          <pc:docMk/>
          <pc:sldMk cId="2122247527" sldId="2147308861"/>
        </pc:sldMkLst>
        <pc:spChg chg="mod">
          <ac:chgData name="Ohad Shimon" userId="8de6e3ae-4a0f-4fec-872c-186cd6cf249a" providerId="ADAL" clId="{ADE3BD1B-332C-4690-A1CA-8247EEEB03FD}" dt="2026-04-11T23:00:38.174" v="4146" actId="20577"/>
          <ac:spMkLst>
            <pc:docMk/>
            <pc:sldMk cId="2122247527" sldId="2147308861"/>
            <ac:spMk id="2" creationId="{D15C969F-DBAC-2286-228F-A3EEC5CE4E2F}"/>
          </ac:spMkLst>
        </pc:spChg>
        <pc:spChg chg="mod">
          <ac:chgData name="Ohad Shimon" userId="8de6e3ae-4a0f-4fec-872c-186cd6cf249a" providerId="ADAL" clId="{ADE3BD1B-332C-4690-A1CA-8247EEEB03FD}" dt="2026-04-11T23:00:34.136" v="4140"/>
          <ac:spMkLst>
            <pc:docMk/>
            <pc:sldMk cId="2122247527" sldId="2147308861"/>
            <ac:spMk id="3" creationId="{44D72306-3B15-E62B-0350-ECCD17611D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8CAF2-7C45-48DD-B7F9-67F329DF4AA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1930D-D751-4191-83F2-09DF7368C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3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1930D-D751-4191-83F2-09DF7368C5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7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EC8F-1D1D-D0B2-56B6-8AAE3F93E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99B9A-8609-0785-FBB3-7E22AEB53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5E5F6-7E60-344D-86F7-ED8984A6D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92FC8-3856-E840-88FB-5813429A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3A1FE-D638-8A62-9D64-A2F00196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4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AD4D-7747-F7A6-2F4C-5D4C2706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1FFA0-A651-F27D-004F-3295E7768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774A5-6E03-03B4-4039-A3035F5E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C174B-B906-D3C6-C134-82B32A07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71B4F-A122-F766-29A2-854AE246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2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AE134-8DC6-97DD-DF52-C973D3B9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7ECB-3C55-F694-A318-140C559F6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7C18E-2CFE-6D66-6537-40708C13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000EB-8F54-A23A-988F-858B2B044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6EABC-7B0C-1261-8339-96CCD279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9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5839-4B73-A0DA-01A0-1AFD5460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15158-5844-F6B2-C2A3-B6E9FB4A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36E6F-6AC8-455E-50DD-66B0A8E62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6B05B-849F-0202-026C-9D92370C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08279-4B30-27AB-4A77-7D206E9D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FEE8A-8D64-8385-687D-09EEDD84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5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BD43-F483-925E-58E2-565E65624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62A62-536C-F96C-D673-5478D7542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2CB1C-4998-0BAD-359A-0DC07A90D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3C658-B8C3-219B-AFC2-0B50C5AC6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4F27A-0FEF-1426-CB16-0E6A77CE2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5A4C17-51AD-D04E-ED87-DA3FFA48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D035B6-E785-D1FC-3137-C05CDA01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75A38-A038-0969-DB16-A9DCE1A6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31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4035-0B40-DD32-46AE-47E03D27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370E7-E398-B878-A476-A9AABE7FE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71D87-5F88-8202-133D-5CB858BF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4676-9E87-12CC-1E09-4DD85EDD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0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C4AB9-2CA3-3186-1565-A21167E4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0EE4C-2243-770B-3F02-7BCE07AE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5E448-8CD6-2F06-CFC9-9F60A7DB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2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58653-7BD9-E818-22CF-7373E8CFE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72C5-DC80-FD56-0450-29B7C5E0E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1E15E-28B4-A4FE-D9E9-23B9BC5DB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D3E55-33F8-944E-D231-F1452AEF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7D699-DB9A-3517-F39D-F79376E7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D8909-EDD0-D41A-87D6-9C20579D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0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4295-47A9-62BD-F01E-E9DC286E7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EEE5C-9758-1F93-51C4-7E2C32378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467F3-29A9-A140-D9D1-8245A588B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DDF94-C4FE-E051-9A78-FFDF9A7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0681A-2B65-94A6-5343-A50F03EB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929F0-9699-E460-E860-C1C14F06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0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0470-18C0-739C-6BC6-3FC199DA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5BFDF-D08D-E220-B476-980B2E549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2F897-F21E-B9CC-7BFC-85277854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77578-5AF5-F943-FB5E-A0142434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064D1-B121-568C-ACC0-C4108EFF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6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E9278-C418-CE18-8699-014B342CD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A5487-3B27-FE16-D585-D7C7D40A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583C2-C1EA-3C56-0D2C-BF9EE389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4671A-ED4A-42B6-63E9-FADD00BA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60AEF-CED8-A152-084B-F66F5DE2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1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C8FE8D-6A3F-8F44-B4E7-38F85E7EC7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3756" y="1293763"/>
            <a:ext cx="1623266" cy="79660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38C105D-B854-A040-B2AE-F4256CC3D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4000" y="3506787"/>
            <a:ext cx="10515600" cy="796603"/>
          </a:xfrm>
        </p:spPr>
        <p:txBody>
          <a:bodyPr anchor="ctr" anchorCtr="0">
            <a:normAutofit/>
          </a:bodyPr>
          <a:lstStyle>
            <a:lvl1pPr algn="l">
              <a:defRPr sz="45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769B60-0278-EF48-8236-786696647FA9}"/>
              </a:ext>
            </a:extLst>
          </p:cNvPr>
          <p:cNvGrpSpPr/>
          <p:nvPr userDrawn="1"/>
        </p:nvGrpSpPr>
        <p:grpSpPr>
          <a:xfrm>
            <a:off x="1063487" y="2090366"/>
            <a:ext cx="4126890" cy="197963"/>
            <a:chOff x="954157" y="4308050"/>
            <a:chExt cx="4126890" cy="197963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CCF10F7-8FE2-B945-8187-3F5DD5624E0C}"/>
                </a:ext>
              </a:extLst>
            </p:cNvPr>
            <p:cNvSpPr/>
            <p:nvPr/>
          </p:nvSpPr>
          <p:spPr>
            <a:xfrm>
              <a:off x="4883084" y="4308050"/>
              <a:ext cx="197963" cy="197963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A12D42-A722-7742-825E-EF45DBC456A7}"/>
                </a:ext>
              </a:extLst>
            </p:cNvPr>
            <p:cNvCxnSpPr>
              <a:cxnSpLocks/>
            </p:cNvCxnSpPr>
            <p:nvPr/>
          </p:nvCxnSpPr>
          <p:spPr>
            <a:xfrm>
              <a:off x="954157" y="4418815"/>
              <a:ext cx="3928927" cy="0"/>
            </a:xfrm>
            <a:prstGeom prst="line">
              <a:avLst/>
            </a:prstGeom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0E2DC6A-3BBA-AE4C-9A56-DCFBE3BE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000" y="6249600"/>
            <a:ext cx="100690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</a:t>
            </a:r>
            <a:endParaRPr lang="en-IL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1B1259-FFC4-2F41-863B-BF5E35E8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590" y="6249600"/>
            <a:ext cx="5496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IL" smtClean="0">
                <a:solidFill>
                  <a:srgbClr val="17314F"/>
                </a:solidFill>
              </a:defRPr>
            </a:lvl1pPr>
          </a:lstStyle>
          <a:p>
            <a:fld id="{02D86E5D-EC17-CB46-882F-881BFE772676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7848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49862AE-2A17-E540-AC98-583347A41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352"/>
            <a:ext cx="9302132" cy="495599"/>
          </a:xfrm>
        </p:spPr>
        <p:txBody>
          <a:bodyPr>
            <a:noAutofit/>
          </a:bodyPr>
          <a:lstStyle>
            <a:lvl1pPr>
              <a:defRPr sz="355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FA3CE-321B-0348-91CD-25D28E76D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4800711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Tx/>
              <a:buBlip>
                <a:blip r:embed="rId3"/>
              </a:buBlip>
              <a:defRPr sz="1650"/>
            </a:lvl1pPr>
            <a:lvl2pPr marL="685800" indent="-228600">
              <a:lnSpc>
                <a:spcPct val="100000"/>
              </a:lnSpc>
              <a:buFontTx/>
              <a:buBlip>
                <a:blip r:embed="rId4"/>
              </a:buBlip>
              <a:defRPr sz="1500"/>
            </a:lvl2pPr>
            <a:lvl3pPr marL="1143000" indent="-228600">
              <a:lnSpc>
                <a:spcPct val="100000"/>
              </a:lnSpc>
              <a:buFontTx/>
              <a:buBlip>
                <a:blip r:embed="rId5"/>
              </a:buBlip>
              <a:defRPr sz="15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EA761-068F-BD49-86B1-DF7C2D10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000" y="6249600"/>
            <a:ext cx="1006904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20AEF-DC18-3443-BC7F-8FE0E1B8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590" y="6249600"/>
            <a:ext cx="5496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D86E5D-EC17-CB46-882F-881BFE772676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ACCD8D-D2E7-084B-BEF0-61B436C7AE9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263190" y="491607"/>
            <a:ext cx="1264088" cy="61734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ADFB63-9BEF-B942-9F22-30630DD02F6B}"/>
              </a:ext>
            </a:extLst>
          </p:cNvPr>
          <p:cNvCxnSpPr/>
          <p:nvPr userDrawn="1"/>
        </p:nvCxnSpPr>
        <p:spPr>
          <a:xfrm>
            <a:off x="11642400" y="6444000"/>
            <a:ext cx="5496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11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7B2C4-5E65-4BB5-37D2-13F15300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2BA63-9EBC-AB7C-4663-B031063FD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255B-E684-18E5-0668-02E84DD58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26712-CF3D-4DCE-8FED-1411E00B18C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B4BD1-DDA4-C4D4-507E-DE56F52CA1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09070-39C6-ACEC-78D3-A6E3A005A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0A813-5A05-48B8-9CCA-B991CBEB8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3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0D9B-6EDE-36B9-93A4-9A50B78E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6500DE-13A3-0748-8DCC-FE9096A2E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4000" y="3506787"/>
            <a:ext cx="3668671" cy="2127097"/>
          </a:xfrm>
        </p:spPr>
        <p:txBody>
          <a:bodyPr>
            <a:normAutofit fontScale="90000"/>
          </a:bodyPr>
          <a:lstStyle/>
          <a:p>
            <a:r>
              <a:rPr lang="en-US" dirty="0"/>
              <a:t>AI Classification\Annotation Tool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783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80D1-C8E0-9ACB-0006-89BC1DEB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969F-DBAC-2286-228F-A3EEC5CE4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13352"/>
            <a:ext cx="9472127" cy="495599"/>
          </a:xfrm>
        </p:spPr>
        <p:txBody>
          <a:bodyPr/>
          <a:lstStyle/>
          <a:p>
            <a:r>
              <a:rPr lang="en-US" sz="2400"/>
              <a:t>Model Life </a:t>
            </a:r>
            <a:r>
              <a:rPr lang="en-US" sz="2400" dirty="0"/>
              <a:t>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72306-3B15-E62B-0350-ECCD17611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544433"/>
          </a:xfrm>
        </p:spPr>
        <p:txBody>
          <a:bodyPr>
            <a:normAutofit/>
          </a:bodyPr>
          <a:lstStyle/>
          <a:p>
            <a:pPr fontAlgn="base"/>
            <a:r>
              <a:rPr lang="en-US" sz="1900" dirty="0"/>
              <a:t>Annotation &amp; Dataset Creation </a:t>
            </a:r>
          </a:p>
          <a:p>
            <a:pPr fontAlgn="base"/>
            <a:r>
              <a:rPr lang="en-US" sz="1900" dirty="0"/>
              <a:t>Model Training </a:t>
            </a:r>
          </a:p>
          <a:p>
            <a:pPr fontAlgn="base"/>
            <a:r>
              <a:rPr lang="en-US" sz="1900" dirty="0"/>
              <a:t>Model Evaluation (human‑verified accuracy) </a:t>
            </a:r>
          </a:p>
          <a:p>
            <a:pPr fontAlgn="base"/>
            <a:r>
              <a:rPr lang="en-US" sz="1900" dirty="0"/>
              <a:t>Offline Inference on New Data </a:t>
            </a:r>
          </a:p>
          <a:p>
            <a:pPr fontAlgn="base"/>
            <a:r>
              <a:rPr lang="en-US" sz="1900" dirty="0"/>
              <a:t>Model Comparison &amp; Selection </a:t>
            </a:r>
          </a:p>
          <a:p>
            <a:pPr fontAlgn="base"/>
            <a:r>
              <a:rPr lang="en-US" sz="1900" dirty="0"/>
              <a:t>Production deployment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24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292C8-27C2-2639-F7C7-41C59F79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74DA-7CA5-0606-66C3-3BE9FFB1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13352"/>
            <a:ext cx="9472127" cy="495599"/>
          </a:xfrm>
        </p:spPr>
        <p:txBody>
          <a:bodyPr/>
          <a:lstStyle/>
          <a:p>
            <a:r>
              <a:rPr lang="en-US" sz="2400" dirty="0"/>
              <a:t>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4B070-1C58-B426-6390-4E18DCDC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544433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sz="2000" dirty="0"/>
              <a:t>Easy to use, single app for data preparation, model training and validation.</a:t>
            </a:r>
          </a:p>
          <a:p>
            <a:pPr fontAlgn="base"/>
            <a:r>
              <a:rPr lang="en-US" sz="2000" dirty="0"/>
              <a:t>Data preparation tool turns defects images to detection model</a:t>
            </a:r>
          </a:p>
          <a:p>
            <a:pPr fontAlgn="base"/>
            <a:r>
              <a:rPr lang="en-US" sz="2000" dirty="0"/>
              <a:t>Two input modes: online (Scan Results) and Offline (</a:t>
            </a:r>
            <a:r>
              <a:rPr lang="en-US" sz="2000" dirty="0" err="1"/>
              <a:t>vcam</a:t>
            </a:r>
            <a:r>
              <a:rPr lang="en-US" sz="2000" dirty="0"/>
              <a:t>) </a:t>
            </a:r>
          </a:p>
          <a:p>
            <a:pPr fontAlgn="base"/>
            <a:r>
              <a:rPr lang="en-US" sz="2000" dirty="0"/>
              <a:t>Dataset creation with\out restrictions</a:t>
            </a:r>
          </a:p>
          <a:p>
            <a:pPr fontAlgn="base"/>
            <a:r>
              <a:rPr lang="en-US" sz="2000" dirty="0"/>
              <a:t>Import data from serval SR</a:t>
            </a:r>
          </a:p>
          <a:p>
            <a:pPr fontAlgn="base"/>
            <a:r>
              <a:rPr lang="en-US" sz="2000" dirty="0"/>
              <a:t>Iterative model training - from algorithm annotations to AI annotations</a:t>
            </a:r>
          </a:p>
          <a:p>
            <a:pPr fontAlgn="base"/>
            <a:r>
              <a:rPr lang="en-US" sz="2000" dirty="0"/>
              <a:t>Multi BIN classification</a:t>
            </a:r>
          </a:p>
          <a:p>
            <a:pPr fontAlgn="base"/>
            <a:r>
              <a:rPr lang="en-US" sz="2000" dirty="0"/>
              <a:t>“Support” images - compare same position at neighbor dice </a:t>
            </a:r>
          </a:p>
          <a:p>
            <a:pPr fontAlgn="base"/>
            <a:r>
              <a:rPr lang="en-US" sz="2000" dirty="0"/>
              <a:t>Defect location orientation (wafer\die\frame view)</a:t>
            </a:r>
          </a:p>
          <a:p>
            <a:pPr fontAlgn="base"/>
            <a:r>
              <a:rPr lang="en-US" sz="2000" dirty="0"/>
              <a:t>Offline mode - scan </a:t>
            </a:r>
            <a:r>
              <a:rPr lang="en-US" sz="2000" dirty="0" err="1"/>
              <a:t>vcam</a:t>
            </a:r>
            <a:r>
              <a:rPr lang="en-US" sz="2000" dirty="0"/>
              <a:t> and export report + </a:t>
            </a:r>
            <a:r>
              <a:rPr lang="en-US" sz="2000" dirty="0" err="1"/>
              <a:t>flt</a:t>
            </a:r>
            <a:r>
              <a:rPr lang="en-US" sz="2000" dirty="0"/>
              <a:t> </a:t>
            </a:r>
          </a:p>
          <a:p>
            <a:pPr fontAlgn="base"/>
            <a:r>
              <a:rPr lang="en-US" sz="2000" dirty="0"/>
              <a:t>Train report </a:t>
            </a:r>
          </a:p>
          <a:p>
            <a:pPr fontAlgn="base"/>
            <a:r>
              <a:rPr lang="en-US" sz="2000" dirty="0"/>
              <a:t>Post model rules</a:t>
            </a:r>
          </a:p>
          <a:p>
            <a:pPr fontAlgn="base"/>
            <a:r>
              <a:rPr lang="en-US" sz="2000" dirty="0"/>
              <a:t>Dynamic test report - calculate confusion matrix on test group</a:t>
            </a:r>
          </a:p>
          <a:p>
            <a:pPr fontAlgn="base"/>
            <a:r>
              <a:rPr lang="en-US" sz="2000" dirty="0"/>
              <a:t>Comparison report - compare two test results (match\mismatch\adder, map view)</a:t>
            </a:r>
          </a:p>
          <a:p>
            <a:pPr fontAlgn="base"/>
            <a:r>
              <a:rPr lang="en-US" sz="1800" dirty="0"/>
              <a:t>Next phase – merge </a:t>
            </a:r>
            <a:r>
              <a:rPr lang="en-US" sz="2000" dirty="0"/>
              <a:t>tool</a:t>
            </a:r>
            <a:r>
              <a:rPr lang="en-US" sz="1800" dirty="0"/>
              <a:t> functionality with VL propagation engine 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48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8FF20-A546-80DF-6106-8C78E2CF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39F695-9DA2-7A3F-5B6D-FBB3A28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352"/>
            <a:ext cx="9302132" cy="495599"/>
          </a:xfrm>
        </p:spPr>
        <p:txBody>
          <a:bodyPr/>
          <a:lstStyle/>
          <a:p>
            <a:r>
              <a:rPr lang="en-US" dirty="0"/>
              <a:t>Data Preparation Pipeline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58DF26-1D15-E08C-B846-99826F0BC6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31" t="20751" r="5087" b="23515"/>
          <a:stretch>
            <a:fillRect/>
          </a:stretch>
        </p:blipFill>
        <p:spPr>
          <a:xfrm>
            <a:off x="280548" y="1382456"/>
            <a:ext cx="11630903" cy="486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6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E589-3452-CB54-BA87-850C213A7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13352"/>
            <a:ext cx="9472127" cy="495599"/>
          </a:xfrm>
        </p:spPr>
        <p:txBody>
          <a:bodyPr/>
          <a:lstStyle/>
          <a:p>
            <a:r>
              <a:rPr lang="en-US" sz="2400" dirty="0"/>
              <a:t>Flow 1 – From Scan Result to Exact Tile, Ready to Annotate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ACA8F-33F4-589E-07E2-A47A5381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54443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This flow is based on “From First Annotation to model report” + “Load\Prepare\Save Data Base” + “Development – Annotation tool”. </a:t>
            </a:r>
          </a:p>
          <a:p>
            <a:pPr fontAlgn="base"/>
            <a:r>
              <a:rPr lang="en-US" dirty="0"/>
              <a:t>Step 1 – Load new scan data into DB </a:t>
            </a:r>
          </a:p>
          <a:p>
            <a:pPr lvl="1" fontAlgn="base"/>
            <a:r>
              <a:rPr lang="en-US" dirty="0"/>
              <a:t>User has a freshly scanned wafer; system has </a:t>
            </a:r>
            <a:r>
              <a:rPr lang="en-US" b="1" dirty="0"/>
              <a:t>saved defects only in tiff format</a:t>
            </a:r>
            <a:r>
              <a:rPr lang="en-US" dirty="0"/>
              <a:t>. </a:t>
            </a:r>
          </a:p>
          <a:p>
            <a:pPr lvl="1" fontAlgn="base"/>
            <a:r>
              <a:rPr lang="en-US" dirty="0"/>
              <a:t>In the workspace, user clicks </a:t>
            </a:r>
            <a:r>
              <a:rPr lang="en-US" b="1" dirty="0"/>
              <a:t>“Load data from SR folder”</a:t>
            </a:r>
            <a:r>
              <a:rPr lang="en-US" dirty="0"/>
              <a:t> / </a:t>
            </a:r>
            <a:r>
              <a:rPr lang="en-US" b="1" dirty="0"/>
              <a:t>Load data</a:t>
            </a:r>
            <a:r>
              <a:rPr lang="en-US" dirty="0"/>
              <a:t>. </a:t>
            </a:r>
          </a:p>
          <a:p>
            <a:pPr lvl="1" fontAlgn="base"/>
            <a:r>
              <a:rPr lang="en-US" dirty="0"/>
              <a:t>User selects a folder that </a:t>
            </a:r>
            <a:r>
              <a:rPr lang="en-US" b="1" dirty="0"/>
              <a:t>must contain tiff images</a:t>
            </a:r>
            <a:r>
              <a:rPr lang="en-US" dirty="0"/>
              <a:t>. If the folder is valid, images are loaded as tiles into the DB. </a:t>
            </a:r>
          </a:p>
          <a:p>
            <a:pPr lvl="1" fontAlgn="base"/>
            <a:r>
              <a:rPr lang="en-US" dirty="0"/>
              <a:t>Optionally, the user activates </a:t>
            </a:r>
            <a:r>
              <a:rPr lang="en-US" b="1" dirty="0"/>
              <a:t>“Use detection annotation”</a:t>
            </a:r>
            <a:r>
              <a:rPr lang="en-US" dirty="0"/>
              <a:t> to auto‑propose defect boxes before manual refinement. </a:t>
            </a:r>
          </a:p>
          <a:p>
            <a:pPr fontAlgn="base"/>
            <a:r>
              <a:rPr lang="en-US" dirty="0"/>
              <a:t>Step 2 – Navigate to the exact tile </a:t>
            </a:r>
          </a:p>
          <a:p>
            <a:pPr lvl="1" fontAlgn="base"/>
            <a:r>
              <a:rPr lang="en-US" dirty="0"/>
              <a:t>In the workspace, user uses one of the navigation mechanisms: </a:t>
            </a:r>
          </a:p>
          <a:p>
            <a:pPr lvl="1" fontAlgn="base"/>
            <a:r>
              <a:rPr lang="en-US" b="1" dirty="0"/>
              <a:t>Tiles list / Frames list / Dice list</a:t>
            </a:r>
            <a:r>
              <a:rPr lang="en-US" dirty="0"/>
              <a:t> in the left nav (reflecting “Tiles Gallery view”, “Frame View”, “Die View” and “Jump tiles\frames\dice”).  </a:t>
            </a:r>
          </a:p>
          <a:p>
            <a:pPr lvl="1" fontAlgn="base"/>
            <a:r>
              <a:rPr lang="en-US" dirty="0"/>
              <a:t>Or the </a:t>
            </a:r>
            <a:r>
              <a:rPr lang="en-US" b="1" dirty="0"/>
              <a:t>“Jump tiles\frames\dice – enter number to jump”</a:t>
            </a:r>
            <a:r>
              <a:rPr lang="en-US" dirty="0"/>
              <a:t> input, typing a tile/frame/die ID and pressing Go.  </a:t>
            </a:r>
          </a:p>
          <a:p>
            <a:pPr lvl="1" fontAlgn="base"/>
            <a:r>
              <a:rPr lang="en-US" dirty="0"/>
              <a:t>The selected tile is highlighted in the tiles grid (“Tiles\frames visual window”), and the </a:t>
            </a:r>
            <a:r>
              <a:rPr lang="en-US" b="1" dirty="0"/>
              <a:t>main canvas</a:t>
            </a:r>
            <a:r>
              <a:rPr lang="en-US" dirty="0"/>
              <a:t> shows that tile’s image.</a:t>
            </a:r>
          </a:p>
          <a:p>
            <a:pPr lvl="1" fontAlgn="base"/>
            <a:r>
              <a:rPr lang="en-US" dirty="0"/>
              <a:t>Button – “show frame”. User can toggle between tile and frame </a:t>
            </a:r>
            <a:r>
              <a:rPr lang="en-US" dirty="0" err="1"/>
              <a:t>ziew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96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E18B-1FCF-F1F2-AB86-E9B6456C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2 – Annotate Defects on a Tile &amp; Manage Boxes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56BA5-6077-074E-3C19-18AEB001E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637739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dirty="0"/>
              <a:t>This flow uses “Annotation capabilities – add\remove\change defect box” and the development requirements. </a:t>
            </a:r>
          </a:p>
          <a:p>
            <a:pPr fontAlgn="base"/>
            <a:r>
              <a:rPr lang="en-US" dirty="0"/>
              <a:t>Step 1 – Add and edit boxes </a:t>
            </a:r>
          </a:p>
          <a:p>
            <a:pPr lvl="1" fontAlgn="base"/>
            <a:r>
              <a:rPr lang="en-US" dirty="0"/>
              <a:t>In the main canvas, user selects a drawing tool and </a:t>
            </a:r>
            <a:r>
              <a:rPr lang="en-US" b="1" dirty="0"/>
              <a:t>adds defect boxes</a:t>
            </a:r>
            <a:r>
              <a:rPr lang="en-US" dirty="0"/>
              <a:t> on the tile image: </a:t>
            </a:r>
          </a:p>
          <a:p>
            <a:pPr lvl="1" fontAlgn="base"/>
            <a:r>
              <a:rPr lang="en-US" dirty="0"/>
              <a:t>Draw rectangle → new box appears. </a:t>
            </a:r>
          </a:p>
          <a:p>
            <a:pPr lvl="1" fontAlgn="base"/>
            <a:r>
              <a:rPr lang="en-US" b="1" dirty="0"/>
              <a:t>Change</a:t>
            </a:r>
            <a:r>
              <a:rPr lang="en-US" dirty="0"/>
              <a:t> box shape by dragging edges/corners. </a:t>
            </a:r>
          </a:p>
          <a:p>
            <a:pPr lvl="1" fontAlgn="base"/>
            <a:r>
              <a:rPr lang="en-US" b="1" dirty="0"/>
              <a:t>Remove</a:t>
            </a:r>
            <a:r>
              <a:rPr lang="en-US" dirty="0"/>
              <a:t> a box by selecting and deleting it.  </a:t>
            </a:r>
          </a:p>
          <a:p>
            <a:pPr lvl="1" fontAlgn="base"/>
            <a:r>
              <a:rPr lang="en-US" dirty="0"/>
              <a:t>User can </a:t>
            </a:r>
            <a:r>
              <a:rPr lang="en-US" b="1" dirty="0"/>
              <a:t>select several boxes</a:t>
            </a:r>
            <a:r>
              <a:rPr lang="en-US" dirty="0"/>
              <a:t> at once (multi‑selection) to: </a:t>
            </a:r>
          </a:p>
          <a:p>
            <a:pPr lvl="1" fontAlgn="base"/>
            <a:r>
              <a:rPr lang="en-US" dirty="0"/>
              <a:t>Bulk delete (aligned with “Delete all annotations in tile, support selection of serval boxes”).  </a:t>
            </a:r>
          </a:p>
          <a:p>
            <a:pPr lvl="1" fontAlgn="base"/>
            <a:r>
              <a:rPr lang="en-US" dirty="0"/>
              <a:t>If they need to reset the tile- Use the global </a:t>
            </a:r>
            <a:r>
              <a:rPr lang="en-US" b="1" dirty="0"/>
              <a:t>“Delete all annotations in tile”</a:t>
            </a:r>
            <a:r>
              <a:rPr lang="en-US" dirty="0"/>
              <a:t> action from the toolbar, clearing all boxes for that tile. </a:t>
            </a:r>
          </a:p>
          <a:p>
            <a:pPr fontAlgn="base"/>
            <a:r>
              <a:rPr lang="en-US" dirty="0"/>
              <a:t>Step 2 – Assign defect classes (multi‑class support) </a:t>
            </a:r>
          </a:p>
          <a:p>
            <a:pPr lvl="1" fontAlgn="base"/>
            <a:r>
              <a:rPr lang="en-US" dirty="0"/>
              <a:t>In the right “Defect Classes” panel, user sees classes like </a:t>
            </a:r>
            <a:r>
              <a:rPr lang="en-US" b="1" dirty="0"/>
              <a:t>Good</a:t>
            </a:r>
            <a:r>
              <a:rPr lang="en-US" dirty="0"/>
              <a:t>, </a:t>
            </a:r>
            <a:r>
              <a:rPr lang="en-US" b="1" dirty="0"/>
              <a:t>Surface</a:t>
            </a:r>
            <a:r>
              <a:rPr lang="en-US" dirty="0"/>
              <a:t>, </a:t>
            </a:r>
            <a:r>
              <a:rPr lang="en-US" b="1" dirty="0"/>
              <a:t>Via</a:t>
            </a:r>
            <a:r>
              <a:rPr lang="en-US" dirty="0"/>
              <a:t> (BINs from your wafer/die/frame slides). </a:t>
            </a:r>
          </a:p>
          <a:p>
            <a:pPr lvl="1" fontAlgn="base"/>
            <a:r>
              <a:rPr lang="en-US" dirty="0"/>
              <a:t>User selects 1 or more boxes and clicks a class (e.g., Surface): </a:t>
            </a:r>
          </a:p>
          <a:p>
            <a:pPr lvl="1" fontAlgn="base"/>
            <a:r>
              <a:rPr lang="en-US" dirty="0"/>
              <a:t>The boxes’ </a:t>
            </a:r>
            <a:r>
              <a:rPr lang="en-US" b="1" dirty="0"/>
              <a:t>outline/color</a:t>
            </a:r>
            <a:r>
              <a:rPr lang="en-US" dirty="0"/>
              <a:t> changes accordingly. </a:t>
            </a:r>
          </a:p>
          <a:p>
            <a:pPr lvl="1" fontAlgn="base"/>
            <a:r>
              <a:rPr lang="en-US" dirty="0"/>
              <a:t>The table row for that box is updated with the class.  </a:t>
            </a:r>
          </a:p>
          <a:p>
            <a:pPr lvl="1" fontAlgn="base"/>
            <a:r>
              <a:rPr lang="en-US" dirty="0"/>
              <a:t>Multiple boxes per tile each with its own class, </a:t>
            </a:r>
            <a:r>
              <a:rPr lang="en-US" b="1" dirty="0"/>
              <a:t>or </a:t>
            </a:r>
            <a:r>
              <a:rPr lang="en-US" dirty="0"/>
              <a:t>The tile to be tagged with multiple class records in the table. </a:t>
            </a:r>
          </a:p>
          <a:p>
            <a:pPr fontAlgn="base"/>
            <a:r>
              <a:rPr lang="en-US" dirty="0"/>
              <a:t>Step 3 – Color image toggling </a:t>
            </a:r>
          </a:p>
          <a:p>
            <a:pPr lvl="1" fontAlgn="base"/>
            <a:r>
              <a:rPr lang="en-US" dirty="0"/>
              <a:t>User can toggle </a:t>
            </a:r>
            <a:r>
              <a:rPr lang="en-US" b="1" dirty="0"/>
              <a:t>“Defect color image – B&amp;W vs Color”</a:t>
            </a:r>
            <a:r>
              <a:rPr lang="en-US" dirty="0"/>
              <a:t>: </a:t>
            </a:r>
          </a:p>
          <a:p>
            <a:pPr lvl="1" fontAlgn="base"/>
            <a:r>
              <a:rPr lang="en-US" dirty="0"/>
              <a:t>When the </a:t>
            </a:r>
            <a:r>
              <a:rPr lang="en-US" b="1" dirty="0"/>
              <a:t>Color images toggle</a:t>
            </a:r>
            <a:r>
              <a:rPr lang="en-US" dirty="0"/>
              <a:t> is ON, only tiles meeting the “grab define percent of defects – use only them for classification” rule show as color, others may appear in B&amp;W or be excluded from classification view. </a:t>
            </a:r>
          </a:p>
          <a:p>
            <a:pPr fontAlgn="base"/>
            <a:r>
              <a:rPr lang="en-US" dirty="0"/>
              <a:t>Step 4 – Save changes </a:t>
            </a:r>
          </a:p>
          <a:p>
            <a:pPr lvl="1" fontAlgn="base"/>
            <a:r>
              <a:rPr lang="en-US" dirty="0"/>
              <a:t>After annotating, user clicks </a:t>
            </a:r>
            <a:r>
              <a:rPr lang="en-US" b="1" dirty="0"/>
              <a:t>“Save DB” / “Save data”</a:t>
            </a:r>
            <a:r>
              <a:rPr lang="en-US" dirty="0"/>
              <a:t> to persist updated defect boxes and class labels.</a:t>
            </a:r>
          </a:p>
          <a:p>
            <a:pPr lvl="1" fontAlgn="base"/>
            <a:r>
              <a:rPr lang="en-US" dirty="0"/>
              <a:t>Temp Auto save during work. If application closed unexpectedly user can return to last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18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445C-1C61-AE1A-D89C-3470777E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3 – Use Coordinates &amp; Table to Validate Annotations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5227C-C1F1-A841-F828-BC310A00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This flow is about the </a:t>
            </a:r>
            <a:r>
              <a:rPr lang="en-US" b="1" dirty="0"/>
              <a:t>defects table</a:t>
            </a:r>
            <a:r>
              <a:rPr lang="en-US" dirty="0"/>
              <a:t> and navigation based on coordinates. </a:t>
            </a:r>
          </a:p>
          <a:p>
            <a:pPr fontAlgn="base"/>
            <a:r>
              <a:rPr lang="en-US" dirty="0"/>
              <a:t>Step 1 – Inspect defect data in table </a:t>
            </a:r>
          </a:p>
          <a:p>
            <a:pPr lvl="1" fontAlgn="base"/>
            <a:r>
              <a:rPr lang="en-US" dirty="0"/>
              <a:t>After annotating, each defect box is represented as a row in the table with columns: </a:t>
            </a:r>
          </a:p>
          <a:p>
            <a:pPr lvl="1" fontAlgn="base"/>
            <a:r>
              <a:rPr lang="en-US" i="1" dirty="0"/>
              <a:t>col</a:t>
            </a:r>
            <a:r>
              <a:rPr lang="en-US" dirty="0"/>
              <a:t>, </a:t>
            </a:r>
            <a:r>
              <a:rPr lang="en-US" i="1" dirty="0"/>
              <a:t>row</a:t>
            </a:r>
            <a:r>
              <a:rPr lang="en-US" dirty="0"/>
              <a:t>, </a:t>
            </a:r>
            <a:r>
              <a:rPr lang="en-US" i="1" dirty="0"/>
              <a:t>area</a:t>
            </a:r>
            <a:r>
              <a:rPr lang="en-US" dirty="0"/>
              <a:t>, </a:t>
            </a:r>
            <a:r>
              <a:rPr lang="en-US" i="1" dirty="0"/>
              <a:t>width</a:t>
            </a:r>
            <a:r>
              <a:rPr lang="en-US" dirty="0"/>
              <a:t>, </a:t>
            </a:r>
            <a:r>
              <a:rPr lang="en-US" i="1" dirty="0" err="1"/>
              <a:t>bbox</a:t>
            </a:r>
            <a:r>
              <a:rPr lang="en-US" dirty="0"/>
              <a:t>, </a:t>
            </a:r>
            <a:r>
              <a:rPr lang="en-US" i="1" dirty="0"/>
              <a:t>die coordinates</a:t>
            </a:r>
            <a:r>
              <a:rPr lang="en-US" dirty="0"/>
              <a:t>, </a:t>
            </a:r>
            <a:r>
              <a:rPr lang="en-US" i="1" dirty="0"/>
              <a:t>wafer coordinates</a:t>
            </a:r>
            <a:r>
              <a:rPr lang="en-US" dirty="0"/>
              <a:t>. </a:t>
            </a:r>
          </a:p>
          <a:p>
            <a:pPr lvl="1" fontAlgn="base"/>
            <a:r>
              <a:rPr lang="en-US" dirty="0"/>
              <a:t>User </a:t>
            </a:r>
            <a:r>
              <a:rPr lang="en-US" b="1" dirty="0"/>
              <a:t>sorts and filters</a:t>
            </a:r>
            <a:r>
              <a:rPr lang="en-US" dirty="0"/>
              <a:t> in the table: </a:t>
            </a:r>
          </a:p>
          <a:p>
            <a:pPr lvl="1" fontAlgn="base"/>
            <a:r>
              <a:rPr lang="en-US" dirty="0"/>
              <a:t>Sort by </a:t>
            </a:r>
            <a:r>
              <a:rPr lang="en-US" i="1" dirty="0"/>
              <a:t>col</a:t>
            </a:r>
            <a:r>
              <a:rPr lang="en-US" dirty="0"/>
              <a:t> or </a:t>
            </a:r>
            <a:r>
              <a:rPr lang="en-US" i="1" dirty="0"/>
              <a:t>row</a:t>
            </a:r>
            <a:r>
              <a:rPr lang="en-US" dirty="0"/>
              <a:t> to cluster defects along wafer columns/rows. </a:t>
            </a:r>
          </a:p>
          <a:p>
            <a:pPr lvl="1" fontAlgn="base"/>
            <a:r>
              <a:rPr lang="en-US" dirty="0"/>
              <a:t>Filter by </a:t>
            </a:r>
            <a:r>
              <a:rPr lang="en-US" i="1" dirty="0"/>
              <a:t>area</a:t>
            </a:r>
            <a:r>
              <a:rPr lang="en-US" dirty="0"/>
              <a:t> or </a:t>
            </a:r>
            <a:r>
              <a:rPr lang="en-US" i="1" dirty="0"/>
              <a:t>width</a:t>
            </a:r>
            <a:r>
              <a:rPr lang="en-US" dirty="0"/>
              <a:t> to find very small/large defects. </a:t>
            </a:r>
          </a:p>
          <a:p>
            <a:pPr lvl="1" fontAlgn="base"/>
            <a:r>
              <a:rPr lang="en-US" dirty="0"/>
              <a:t>Filter by </a:t>
            </a:r>
            <a:r>
              <a:rPr lang="en-US" i="1" dirty="0"/>
              <a:t>die coordinates</a:t>
            </a:r>
            <a:r>
              <a:rPr lang="en-US" dirty="0"/>
              <a:t> / </a:t>
            </a:r>
            <a:r>
              <a:rPr lang="en-US" i="1" dirty="0"/>
              <a:t>wafer coordinates</a:t>
            </a:r>
            <a:r>
              <a:rPr lang="en-US" dirty="0"/>
              <a:t> to focus on specific regions. </a:t>
            </a:r>
          </a:p>
          <a:p>
            <a:pPr fontAlgn="base"/>
            <a:r>
              <a:rPr lang="en-US" dirty="0"/>
              <a:t>Step 2 – Navigate via table </a:t>
            </a:r>
          </a:p>
          <a:p>
            <a:pPr lvl="1" fontAlgn="base"/>
            <a:r>
              <a:rPr lang="en-US" dirty="0"/>
              <a:t>Clicking a row could re‑focus the canvas: </a:t>
            </a:r>
          </a:p>
          <a:p>
            <a:pPr lvl="1" fontAlgn="base"/>
            <a:r>
              <a:rPr lang="en-US" dirty="0"/>
              <a:t>The canvas jumps to the tile containing that defect. </a:t>
            </a:r>
          </a:p>
          <a:p>
            <a:pPr lvl="1" fontAlgn="base"/>
            <a:r>
              <a:rPr lang="en-US" dirty="0"/>
              <a:t>The corresponding box is highlighted (consistent with “show tile position in wafer map + die view” and coordinate levels).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00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568C-D9C6-9305-308C-1379D9B9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4 – Allocate Tiles to Train / Validation / Test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7C04B-C0C0-86DB-6D38-2ADC57E83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This flow is drawn from “Allocate data to train \ validation \ test”, “Manually Insert percent of tiles for test”, and “Load the classified tiles as train\validation groups + random 10% of tiles as test group”. </a:t>
            </a:r>
          </a:p>
          <a:p>
            <a:pPr fontAlgn="base"/>
            <a:r>
              <a:rPr lang="en-US" dirty="0"/>
              <a:t>Step 1 – Assign sets per tile </a:t>
            </a:r>
          </a:p>
          <a:p>
            <a:pPr lvl="1" fontAlgn="base"/>
            <a:r>
              <a:rPr lang="en-US" dirty="0"/>
              <a:t>For the current tile, user chooses dataset membership in a small control bound to that tile, e.g., a dropdown or toggle linked to the row in the table. </a:t>
            </a:r>
          </a:p>
          <a:p>
            <a:pPr lvl="1" fontAlgn="base"/>
            <a:r>
              <a:rPr lang="en-US" dirty="0"/>
              <a:t>Options: </a:t>
            </a:r>
            <a:r>
              <a:rPr lang="en-US" b="1" dirty="0"/>
              <a:t>Train</a:t>
            </a:r>
            <a:r>
              <a:rPr lang="en-US" dirty="0"/>
              <a:t>, </a:t>
            </a:r>
            <a:r>
              <a:rPr lang="en-US" b="1" dirty="0"/>
              <a:t>Validation</a:t>
            </a:r>
            <a:r>
              <a:rPr lang="en-US" dirty="0"/>
              <a:t>, </a:t>
            </a:r>
            <a:r>
              <a:rPr lang="en-US" b="1" dirty="0"/>
              <a:t>Test</a:t>
            </a:r>
            <a:r>
              <a:rPr lang="en-US" dirty="0"/>
              <a:t>. </a:t>
            </a:r>
          </a:p>
          <a:p>
            <a:pPr fontAlgn="base"/>
            <a:r>
              <a:rPr lang="en-US" dirty="0"/>
              <a:t>Step 2 – Use global test percentage </a:t>
            </a:r>
          </a:p>
          <a:p>
            <a:pPr lvl="1" fontAlgn="base"/>
            <a:r>
              <a:rPr lang="en-US" dirty="0"/>
              <a:t>In the </a:t>
            </a:r>
            <a:r>
              <a:rPr lang="en-US" b="1" dirty="0"/>
              <a:t>Annotation / allocation panel</a:t>
            </a:r>
            <a:r>
              <a:rPr lang="en-US" dirty="0"/>
              <a:t>, user sets </a:t>
            </a:r>
            <a:r>
              <a:rPr lang="en-US" b="1" dirty="0"/>
              <a:t>“percent of tiles for test”</a:t>
            </a:r>
            <a:r>
              <a:rPr lang="en-US" dirty="0"/>
              <a:t>: </a:t>
            </a:r>
          </a:p>
          <a:p>
            <a:pPr lvl="1" fontAlgn="base"/>
            <a:r>
              <a:rPr lang="en-US" dirty="0"/>
              <a:t>Enters a number in “Manually Insert percent of tiles for test”. </a:t>
            </a:r>
          </a:p>
          <a:p>
            <a:pPr lvl="1" fontAlgn="base"/>
            <a:r>
              <a:rPr lang="en-US" dirty="0"/>
              <a:t>When applied, the system uses this to: </a:t>
            </a:r>
          </a:p>
          <a:p>
            <a:pPr lvl="1" fontAlgn="base"/>
            <a:r>
              <a:rPr lang="en-US" dirty="0"/>
              <a:t>Automatically mark approximately that % of eligible tiles as </a:t>
            </a:r>
            <a:r>
              <a:rPr lang="en-US" b="1" dirty="0"/>
              <a:t>Test</a:t>
            </a:r>
            <a:r>
              <a:rPr lang="en-US" dirty="0"/>
              <a:t>, alongside the explicit random 10% option in the model flow (“random 10% of tiles as test group”). </a:t>
            </a:r>
          </a:p>
          <a:p>
            <a:pPr fontAlgn="base"/>
            <a:r>
              <a:rPr lang="en-US" dirty="0"/>
              <a:t>Step 3 – Save allocation </a:t>
            </a:r>
          </a:p>
          <a:p>
            <a:pPr lvl="1" fontAlgn="base"/>
            <a:r>
              <a:rPr lang="en-US" dirty="0"/>
              <a:t>User clicks </a:t>
            </a:r>
            <a:r>
              <a:rPr lang="en-US" b="1" dirty="0"/>
              <a:t>Save DB</a:t>
            </a:r>
            <a:r>
              <a:rPr lang="en-US" dirty="0"/>
              <a:t> to store the updated train/validation/test statuses with the DB. </a:t>
            </a:r>
          </a:p>
          <a:p>
            <a:pPr marL="457200" lvl="1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67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CA2A-94D6-8DF0-D616-A896E62B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5 – Visual Navigation: Wafer → Die → Frame → Tile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ECB19-8DA5-AA83-8451-0AF6DBF69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712384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dirty="0"/>
              <a:t>This flow is directly driven by “Train data visualization”, “Wafer View”, “Die View”, and “Frame View”. </a:t>
            </a:r>
          </a:p>
          <a:p>
            <a:pPr fontAlgn="base"/>
            <a:r>
              <a:rPr lang="en-US" dirty="0"/>
              <a:t>Step 1 – Wafer level </a:t>
            </a:r>
          </a:p>
          <a:p>
            <a:pPr lvl="1" fontAlgn="base"/>
            <a:r>
              <a:rPr lang="en-US" dirty="0"/>
              <a:t>User opens the </a:t>
            </a:r>
            <a:r>
              <a:rPr lang="en-US" b="1" dirty="0"/>
              <a:t>Wafer view</a:t>
            </a:r>
            <a:r>
              <a:rPr lang="en-US" dirty="0"/>
              <a:t>: Sees wafer map with </a:t>
            </a:r>
            <a:r>
              <a:rPr lang="en-US" b="1" dirty="0"/>
              <a:t>col\row positions of defects for train</a:t>
            </a:r>
            <a:r>
              <a:rPr lang="en-US" dirty="0"/>
              <a:t>. </a:t>
            </a:r>
          </a:p>
          <a:p>
            <a:pPr lvl="1" fontAlgn="base"/>
            <a:r>
              <a:rPr lang="en-US" dirty="0"/>
              <a:t>Defects are shown by </a:t>
            </a:r>
            <a:r>
              <a:rPr lang="en-US" b="1" dirty="0"/>
              <a:t>BIN</a:t>
            </a:r>
            <a:r>
              <a:rPr lang="en-US" dirty="0"/>
              <a:t> (Good/Surface/Via). </a:t>
            </a:r>
          </a:p>
          <a:p>
            <a:pPr lvl="1" fontAlgn="base"/>
            <a:r>
              <a:rPr lang="en-US" dirty="0"/>
              <a:t>User can </a:t>
            </a:r>
            <a:r>
              <a:rPr lang="en-US" b="1" dirty="0"/>
              <a:t>zoom in/out</a:t>
            </a:r>
            <a:r>
              <a:rPr lang="en-US" dirty="0"/>
              <a:t> on the wafer as needed. </a:t>
            </a:r>
          </a:p>
          <a:p>
            <a:pPr lvl="1" fontAlgn="base"/>
            <a:r>
              <a:rPr lang="en-US" dirty="0"/>
              <a:t>User clicks a specific </a:t>
            </a:r>
            <a:r>
              <a:rPr lang="en-US" b="1" dirty="0"/>
              <a:t>die</a:t>
            </a:r>
            <a:r>
              <a:rPr lang="en-US" dirty="0"/>
              <a:t> on the wafer: </a:t>
            </a:r>
          </a:p>
          <a:p>
            <a:pPr lvl="1" fontAlgn="base"/>
            <a:r>
              <a:rPr lang="en-US" dirty="0"/>
              <a:t>“Press on die will open die view with defect position.”  </a:t>
            </a:r>
          </a:p>
          <a:p>
            <a:pPr fontAlgn="base"/>
            <a:r>
              <a:rPr lang="en-US" dirty="0"/>
              <a:t>Step 2 – Die level </a:t>
            </a:r>
          </a:p>
          <a:p>
            <a:pPr lvl="1" fontAlgn="base"/>
            <a:r>
              <a:rPr lang="en-US" dirty="0"/>
              <a:t>In the </a:t>
            </a:r>
            <a:r>
              <a:rPr lang="en-US" b="1" dirty="0"/>
              <a:t>Die view</a:t>
            </a:r>
            <a:r>
              <a:rPr lang="en-US" dirty="0"/>
              <a:t>: User sees die layout “as in die edit” with defect markers for train. </a:t>
            </a:r>
          </a:p>
          <a:p>
            <a:pPr lvl="1" fontAlgn="base"/>
            <a:r>
              <a:rPr lang="en-US" dirty="0"/>
              <a:t>User clicks a </a:t>
            </a:r>
            <a:r>
              <a:rPr lang="en-US" b="1" dirty="0"/>
              <a:t>marker</a:t>
            </a:r>
            <a:r>
              <a:rPr lang="en-US" dirty="0"/>
              <a:t> on the die: </a:t>
            </a:r>
          </a:p>
          <a:p>
            <a:pPr lvl="1" fontAlgn="base"/>
            <a:r>
              <a:rPr lang="en-US" dirty="0"/>
              <a:t>“Press on marker will show the tile, and the frame, beneath the plot.” </a:t>
            </a:r>
          </a:p>
          <a:p>
            <a:pPr fontAlgn="base"/>
            <a:r>
              <a:rPr lang="en-US" dirty="0"/>
              <a:t>Step 3 – Frame level </a:t>
            </a:r>
          </a:p>
          <a:p>
            <a:pPr lvl="1" fontAlgn="base"/>
            <a:r>
              <a:rPr lang="en-US" dirty="0"/>
              <a:t>In the </a:t>
            </a:r>
            <a:r>
              <a:rPr lang="en-US" b="1" dirty="0"/>
              <a:t>Frame view</a:t>
            </a:r>
            <a:r>
              <a:rPr lang="en-US" dirty="0"/>
              <a:t>: Frame is divided into tiles with defect positions for train. </a:t>
            </a:r>
          </a:p>
          <a:p>
            <a:pPr lvl="1" fontAlgn="base"/>
            <a:r>
              <a:rPr lang="en-US" dirty="0"/>
              <a:t>A Color/Bin legend (Good / Surface / Via) is visible.  </a:t>
            </a:r>
          </a:p>
          <a:p>
            <a:pPr lvl="1" fontAlgn="base"/>
            <a:r>
              <a:rPr lang="en-US" dirty="0"/>
              <a:t>User clicks tile marker: </a:t>
            </a:r>
          </a:p>
          <a:p>
            <a:pPr lvl="1" fontAlgn="base"/>
            <a:r>
              <a:rPr lang="en-US" dirty="0"/>
              <a:t>“Press on tiles’ marker will show the tile, and the frame, beneath the plot.” </a:t>
            </a:r>
          </a:p>
          <a:p>
            <a:pPr lvl="1" fontAlgn="base"/>
            <a:r>
              <a:rPr lang="en-US" dirty="0"/>
              <a:t>The Annotation Workspace now shows that tile with all its boxes preserved (“Move from tile to frame view, keep defect box”).  </a:t>
            </a:r>
          </a:p>
          <a:p>
            <a:pPr fontAlgn="base"/>
            <a:r>
              <a:rPr lang="en-US" dirty="0"/>
              <a:t>Step 4 – Jumping &amp; filtering </a:t>
            </a:r>
          </a:p>
          <a:p>
            <a:pPr lvl="1" fontAlgn="base"/>
            <a:r>
              <a:rPr lang="en-US" dirty="0"/>
              <a:t>At any level, user can: </a:t>
            </a:r>
          </a:p>
          <a:p>
            <a:pPr lvl="1" fontAlgn="base"/>
            <a:r>
              <a:rPr lang="en-US" b="1" dirty="0"/>
              <a:t>Jump tiles\frames\dice – enter number to jump</a:t>
            </a:r>
            <a:r>
              <a:rPr lang="en-US" dirty="0"/>
              <a:t> in a jump control.  </a:t>
            </a:r>
          </a:p>
          <a:p>
            <a:pPr lvl="1" fontAlgn="base"/>
            <a:r>
              <a:rPr lang="en-US" b="1" dirty="0"/>
              <a:t>Support sort +filter by col\row</a:t>
            </a:r>
            <a:r>
              <a:rPr lang="en-US" dirty="0"/>
              <a:t> to quickly navigate across dense regions.  </a:t>
            </a:r>
          </a:p>
          <a:p>
            <a:pPr lvl="1" fontAlgn="base"/>
            <a:r>
              <a:rPr lang="en-US" dirty="0"/>
              <a:t>Configure and apply </a:t>
            </a:r>
            <a:r>
              <a:rPr lang="en-US" b="1" dirty="0"/>
              <a:t>“Exclude defects at tiles edge”</a:t>
            </a:r>
            <a:r>
              <a:rPr lang="en-US" dirty="0"/>
              <a:t> to filter out boxes near tile borders.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157A-FC19-6E39-A798-C0E88260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6 – Close the Loop: From Annotation to Model &amp; Back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BE14B-ABF5-2614-6AFC-3F5297ED4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46978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This flow ties the Annotation Workspace with the training loop described in “From First Annotation to model report” and “Development – Annotation tool”. </a:t>
            </a:r>
          </a:p>
          <a:p>
            <a:pPr fontAlgn="base"/>
            <a:r>
              <a:rPr lang="en-US" dirty="0"/>
              <a:t>Step 1 – Initial training </a:t>
            </a:r>
          </a:p>
          <a:p>
            <a:pPr lvl="1" fontAlgn="base"/>
            <a:r>
              <a:rPr lang="en-US" dirty="0"/>
              <a:t>After initial annotation and allocation, user: </a:t>
            </a:r>
          </a:p>
          <a:p>
            <a:pPr lvl="1" fontAlgn="base"/>
            <a:r>
              <a:rPr lang="en-US" dirty="0"/>
              <a:t>“Load the classified tiles as train\validation groups + random 10% of tiles as test group.” </a:t>
            </a:r>
          </a:p>
          <a:p>
            <a:pPr lvl="1" fontAlgn="base"/>
            <a:r>
              <a:rPr lang="en-US" dirty="0"/>
              <a:t>User runs </a:t>
            </a:r>
            <a:r>
              <a:rPr lang="en-US" b="1" dirty="0"/>
              <a:t>Train model</a:t>
            </a:r>
            <a:r>
              <a:rPr lang="en-US" dirty="0"/>
              <a:t> (outside or from within this tool depending on integration). </a:t>
            </a:r>
          </a:p>
          <a:p>
            <a:pPr fontAlgn="base"/>
            <a:r>
              <a:rPr lang="en-US" dirty="0"/>
              <a:t>Step 2 – Review model results </a:t>
            </a:r>
          </a:p>
          <a:p>
            <a:pPr lvl="1" fontAlgn="base"/>
            <a:r>
              <a:rPr lang="en-US" dirty="0"/>
              <a:t>If this tool replaces the report, the user opens the </a:t>
            </a:r>
            <a:r>
              <a:rPr lang="en-US" b="1" dirty="0"/>
              <a:t>report / evaluation</a:t>
            </a:r>
            <a:r>
              <a:rPr lang="en-US" dirty="0"/>
              <a:t> section: </a:t>
            </a:r>
          </a:p>
          <a:p>
            <a:pPr lvl="1" fontAlgn="base"/>
            <a:r>
              <a:rPr lang="en-US" dirty="0"/>
              <a:t>Sees </a:t>
            </a:r>
            <a:r>
              <a:rPr lang="en-US" b="1" dirty="0"/>
              <a:t>confusion matrix + score per defect</a:t>
            </a:r>
            <a:r>
              <a:rPr lang="en-US" dirty="0"/>
              <a:t> as required. </a:t>
            </a:r>
          </a:p>
          <a:p>
            <a:pPr lvl="1" fontAlgn="base"/>
            <a:r>
              <a:rPr lang="en-US" dirty="0"/>
              <a:t>Model folder contains train\</a:t>
            </a:r>
            <a:r>
              <a:rPr lang="en-US" dirty="0" err="1"/>
              <a:t>val</a:t>
            </a:r>
            <a:r>
              <a:rPr lang="en-US" dirty="0"/>
              <a:t> tiles as “model database”. </a:t>
            </a:r>
          </a:p>
          <a:p>
            <a:pPr fontAlgn="base"/>
            <a:r>
              <a:rPr lang="en-US" dirty="0"/>
              <a:t>Step 3 – Iterate with additional annotations </a:t>
            </a:r>
          </a:p>
          <a:p>
            <a:pPr lvl="1" fontAlgn="base"/>
            <a:r>
              <a:rPr lang="en-US" dirty="0"/>
              <a:t>From misclassified or low‑score regions, user navigates back into the Annotation Workspace: </a:t>
            </a:r>
          </a:p>
          <a:p>
            <a:pPr lvl="1" fontAlgn="base"/>
            <a:r>
              <a:rPr lang="en-US" dirty="0"/>
              <a:t>Identifies tiles with errors (e.g., via coordinates or class mismatch). </a:t>
            </a:r>
          </a:p>
          <a:p>
            <a:pPr lvl="1" fontAlgn="base"/>
            <a:r>
              <a:rPr lang="en-US" dirty="0"/>
              <a:t>Uses annotation flow again to </a:t>
            </a:r>
            <a:r>
              <a:rPr lang="en-US" b="1" dirty="0"/>
              <a:t>“Classify additional defects”</a:t>
            </a:r>
            <a:r>
              <a:rPr lang="en-US" dirty="0"/>
              <a:t> or refine boxes. </a:t>
            </a:r>
          </a:p>
          <a:p>
            <a:pPr lvl="1" fontAlgn="base"/>
            <a:r>
              <a:rPr lang="en-US" dirty="0"/>
              <a:t>User then </a:t>
            </a:r>
            <a:r>
              <a:rPr lang="en-US" b="1" dirty="0"/>
              <a:t>Retrains</a:t>
            </a:r>
            <a:r>
              <a:rPr lang="en-US" dirty="0"/>
              <a:t> the model (“Classify additional defects – Retrain”). </a:t>
            </a:r>
          </a:p>
          <a:p>
            <a:pPr lvl="1" fontAlgn="base"/>
            <a:r>
              <a:rPr lang="en-US" dirty="0"/>
              <a:t>After retrain, user can </a:t>
            </a:r>
            <a:r>
              <a:rPr lang="en-US" b="1" dirty="0"/>
              <a:t>Scan wafer</a:t>
            </a:r>
            <a:r>
              <a:rPr lang="en-US" dirty="0"/>
              <a:t> again and </a:t>
            </a:r>
            <a:r>
              <a:rPr lang="en-US" b="1" dirty="0"/>
              <a:t>Report – classify and retrain if needed</a:t>
            </a:r>
            <a:r>
              <a:rPr lang="en-US" dirty="0"/>
              <a:t>, repeating this cycle.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1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65E72-DB04-84EE-1E22-8D4D7598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0F70-45F0-E705-560F-4558AC02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7 – Post Model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685A9-4262-3B38-2BAB-53F12B0FA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46978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This flow is about adding rules to AI model</a:t>
            </a:r>
          </a:p>
          <a:p>
            <a:pPr fontAlgn="base"/>
            <a:r>
              <a:rPr lang="en-US" dirty="0"/>
              <a:t>Step 1 – select model and add rules</a:t>
            </a:r>
          </a:p>
          <a:p>
            <a:pPr lvl="1" fontAlgn="base"/>
            <a:r>
              <a:rPr lang="en-US" dirty="0"/>
              <a:t>In the workspace, user clicks </a:t>
            </a:r>
            <a:r>
              <a:rPr lang="en-US" b="1" dirty="0"/>
              <a:t>“Models catalog” </a:t>
            </a:r>
            <a:r>
              <a:rPr lang="en-US" dirty="0"/>
              <a:t>tab</a:t>
            </a:r>
            <a:r>
              <a:rPr lang="en-US" b="1" dirty="0"/>
              <a:t>.</a:t>
            </a:r>
          </a:p>
          <a:p>
            <a:pPr lvl="1" fontAlgn="base"/>
            <a:r>
              <a:rPr lang="en-US" dirty="0"/>
              <a:t>Table list of all existing models: model name, is restricted (yes\no), job\setup\recipe, rule (yes\no), creation date, link to train report, link to model folder, confidence threshold.</a:t>
            </a:r>
          </a:p>
          <a:p>
            <a:pPr lvl="1" fontAlgn="base"/>
            <a:r>
              <a:rPr lang="en-US" dirty="0"/>
              <a:t>User selects a model.</a:t>
            </a:r>
          </a:p>
          <a:p>
            <a:pPr lvl="1" fontAlgn="base"/>
            <a:r>
              <a:rPr lang="en-US" dirty="0"/>
              <a:t>add rules based on BIN in the model.</a:t>
            </a:r>
          </a:p>
          <a:p>
            <a:pPr lvl="1" fontAlgn="base"/>
            <a:r>
              <a:rPr lang="en-US" dirty="0"/>
              <a:t>Rules saved and will be part of the model.</a:t>
            </a:r>
          </a:p>
          <a:p>
            <a:pPr lvl="2" fontAlgn="base"/>
            <a:endParaRPr lang="en-US" b="1" dirty="0"/>
          </a:p>
          <a:p>
            <a:pPr lvl="2" fontAlgn="base"/>
            <a:endParaRPr lang="en-US" dirty="0"/>
          </a:p>
          <a:p>
            <a:pPr lvl="1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023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15C2A-2799-9DBC-1C49-4E2551DF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7093-81EC-87EE-6573-A12B1C0B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8 – Inference: Offline scan with AI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4B16-9CF6-C837-A285-869E59829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469788"/>
          </a:xfrm>
        </p:spPr>
        <p:txBody>
          <a:bodyPr>
            <a:norm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dirty="0"/>
              <a:t>This flow is about Run a trained model on new, unlabeled data and measure real-world accuracy via user verification.</a:t>
            </a:r>
          </a:p>
          <a:p>
            <a:pPr fontAlgn="base"/>
            <a:r>
              <a:rPr lang="en-US" dirty="0"/>
              <a:t>Step 1 – select model</a:t>
            </a:r>
          </a:p>
          <a:p>
            <a:pPr lvl="1" fontAlgn="base"/>
            <a:r>
              <a:rPr lang="en-US" dirty="0"/>
              <a:t>User selects a model from </a:t>
            </a:r>
            <a:r>
              <a:rPr lang="en-US" b="1" dirty="0"/>
              <a:t>Models Catalog </a:t>
            </a:r>
          </a:p>
          <a:p>
            <a:pPr lvl="1" fontAlgn="base"/>
            <a:r>
              <a:rPr lang="en-US" dirty="0"/>
              <a:t>Model already includes:</a:t>
            </a:r>
          </a:p>
          <a:p>
            <a:pPr lvl="2" fontAlgn="base"/>
            <a:r>
              <a:rPr lang="en-US" sz="1400" dirty="0"/>
              <a:t>Architecture</a:t>
            </a:r>
          </a:p>
          <a:p>
            <a:pPr lvl="2" fontAlgn="base"/>
            <a:r>
              <a:rPr lang="en-US" sz="1400" dirty="0"/>
              <a:t>Weights</a:t>
            </a:r>
          </a:p>
          <a:p>
            <a:pPr lvl="2" fontAlgn="base"/>
            <a:r>
              <a:rPr lang="en-US" sz="1400" dirty="0"/>
              <a:t>Post-model rules (BIN overrides, thresholds)</a:t>
            </a:r>
          </a:p>
          <a:p>
            <a:pPr fontAlgn="base"/>
            <a:r>
              <a:rPr lang="en-US" dirty="0"/>
              <a:t>Step 2 – Load new dataset</a:t>
            </a:r>
          </a:p>
          <a:p>
            <a:pPr lvl="1" fontAlgn="base"/>
            <a:r>
              <a:rPr lang="en-US" dirty="0"/>
              <a:t>In the workspace, user clicks </a:t>
            </a:r>
            <a:r>
              <a:rPr lang="en-US" b="1" dirty="0"/>
              <a:t>“Select data”</a:t>
            </a:r>
            <a:r>
              <a:rPr lang="en-US" dirty="0"/>
              <a:t>. </a:t>
            </a:r>
          </a:p>
          <a:p>
            <a:pPr lvl="1" fontAlgn="base"/>
            <a:r>
              <a:rPr lang="en-US" dirty="0"/>
              <a:t>Dataset: </a:t>
            </a:r>
          </a:p>
          <a:p>
            <a:pPr lvl="2" fontAlgn="base"/>
            <a:r>
              <a:rPr lang="en-US" sz="1400" dirty="0"/>
              <a:t>Was not used for training</a:t>
            </a:r>
          </a:p>
          <a:p>
            <a:pPr lvl="2" fontAlgn="base"/>
            <a:r>
              <a:rPr lang="en-US" sz="1400" dirty="0"/>
              <a:t>Has no ground truth labels</a:t>
            </a:r>
          </a:p>
          <a:p>
            <a:pPr fontAlgn="base"/>
            <a:r>
              <a:rPr lang="en-US" dirty="0"/>
              <a:t>Step 3 – Run inference</a:t>
            </a:r>
          </a:p>
          <a:p>
            <a:pPr lvl="1" fontAlgn="base"/>
            <a:r>
              <a:rPr lang="en-US" dirty="0"/>
              <a:t>User click “</a:t>
            </a:r>
            <a:r>
              <a:rPr lang="en-US" b="1" dirty="0"/>
              <a:t>Scan”</a:t>
            </a:r>
          </a:p>
          <a:p>
            <a:pPr lvl="1" fontAlgn="base"/>
            <a:r>
              <a:rPr lang="en-US" dirty="0"/>
              <a:t>System produce </a:t>
            </a:r>
            <a:r>
              <a:rPr lang="en-US" b="1" dirty="0"/>
              <a:t>predictions only</a:t>
            </a:r>
          </a:p>
          <a:p>
            <a:pPr lvl="2" fontAlgn="base"/>
            <a:r>
              <a:rPr lang="en-US" b="1" dirty="0"/>
              <a:t>Defect locations</a:t>
            </a:r>
          </a:p>
          <a:p>
            <a:pPr lvl="2" fontAlgn="base"/>
            <a:r>
              <a:rPr lang="en-US" b="1" dirty="0"/>
              <a:t>Defects classes</a:t>
            </a:r>
          </a:p>
          <a:p>
            <a:pPr lvl="2" fontAlgn="base"/>
            <a:r>
              <a:rPr lang="en-US" b="1" dirty="0"/>
              <a:t>Confidence scores</a:t>
            </a:r>
          </a:p>
          <a:p>
            <a:pPr lvl="2" fontAlgn="base"/>
            <a:endParaRPr lang="en-US" b="1" dirty="0"/>
          </a:p>
          <a:p>
            <a:pPr lvl="2" fontAlgn="base"/>
            <a:endParaRPr lang="en-US" dirty="0"/>
          </a:p>
          <a:p>
            <a:pPr lvl="1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25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57C6-C776-02D6-B5F9-6EAFB250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335F-E27C-8BAC-DA63-1729D297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8 – Inference: Offline scan with AI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836C5-926C-7A26-56FD-4425A29C3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469788"/>
          </a:xfrm>
        </p:spPr>
        <p:txBody>
          <a:bodyPr>
            <a:norm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dirty="0"/>
              <a:t>This flow is about Run a trained model on new, unlabeled data and measure real-world accuracy via user verification.</a:t>
            </a:r>
          </a:p>
          <a:p>
            <a:pPr fontAlgn="base"/>
            <a:r>
              <a:rPr lang="en-US" dirty="0"/>
              <a:t>Step 4 – Human Verification</a:t>
            </a:r>
          </a:p>
          <a:p>
            <a:pPr lvl="1" fontAlgn="base"/>
            <a:r>
              <a:rPr lang="en-US" dirty="0"/>
              <a:t>User reviews predictions and </a:t>
            </a:r>
            <a:r>
              <a:rPr lang="en-US" b="1" dirty="0"/>
              <a:t>responds to them</a:t>
            </a:r>
            <a:r>
              <a:rPr lang="en-US" dirty="0"/>
              <a:t>:</a:t>
            </a:r>
          </a:p>
          <a:p>
            <a:pPr lvl="2" fontAlgn="base"/>
            <a:r>
              <a:rPr lang="en-US" sz="1400" dirty="0"/>
              <a:t>Agree</a:t>
            </a:r>
          </a:p>
          <a:p>
            <a:pPr lvl="2" fontAlgn="base"/>
            <a:r>
              <a:rPr lang="en-US" sz="1400" dirty="0"/>
              <a:t>Disagree</a:t>
            </a:r>
          </a:p>
          <a:p>
            <a:pPr lvl="1" fontAlgn="base"/>
            <a:r>
              <a:rPr lang="en-US" dirty="0"/>
              <a:t>In the workspace, user clicks </a:t>
            </a:r>
            <a:r>
              <a:rPr lang="en-US" b="1" dirty="0"/>
              <a:t>“Calculate Accuracy”</a:t>
            </a:r>
            <a:r>
              <a:rPr lang="en-US" dirty="0"/>
              <a:t>. </a:t>
            </a:r>
          </a:p>
          <a:p>
            <a:pPr lvl="1" fontAlgn="base"/>
            <a:r>
              <a:rPr lang="en-US" dirty="0"/>
              <a:t>System computes metrics based on: </a:t>
            </a:r>
          </a:p>
          <a:p>
            <a:pPr lvl="2" fontAlgn="base"/>
            <a:r>
              <a:rPr lang="en-US" sz="1400" dirty="0"/>
              <a:t>Model prediction</a:t>
            </a:r>
          </a:p>
          <a:p>
            <a:pPr lvl="2" fontAlgn="base"/>
            <a:r>
              <a:rPr lang="en-US" sz="1400" dirty="0"/>
              <a:t>User agreement/disagreement</a:t>
            </a:r>
          </a:p>
          <a:p>
            <a:pPr lvl="2" fontAlgn="base"/>
            <a:endParaRPr lang="en-US" b="1" dirty="0"/>
          </a:p>
          <a:p>
            <a:pPr lvl="2" fontAlgn="base"/>
            <a:endParaRPr lang="en-US" dirty="0"/>
          </a:p>
          <a:p>
            <a:pPr lvl="1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00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AEAE-47FA-00FE-A656-D9DDFB73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F8C8-2734-96F4-B0CF-8EAED470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Flow 9 –</a:t>
            </a:r>
            <a:r>
              <a:rPr lang="en-US" sz="2400" dirty="0">
                <a:latin typeface="Segoe UI" panose="020B0502040204020203" pitchFamily="34" charset="0"/>
              </a:rPr>
              <a:t>Model Comparison &amp; Deployment Decision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92561-2817-81C6-729F-4D8406B36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144" y="1220261"/>
            <a:ext cx="10515600" cy="5469788"/>
          </a:xfrm>
        </p:spPr>
        <p:txBody>
          <a:bodyPr>
            <a:norm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dirty="0"/>
              <a:t>This flow is about result-level analytics.</a:t>
            </a:r>
          </a:p>
          <a:p>
            <a:pPr fontAlgn="base"/>
            <a:r>
              <a:rPr lang="en-US" dirty="0"/>
              <a:t>Compare inference results from </a:t>
            </a:r>
            <a:r>
              <a:rPr lang="en-US" b="1" dirty="0"/>
              <a:t>two models or algorithms </a:t>
            </a:r>
            <a:r>
              <a:rPr lang="en-US" dirty="0"/>
              <a:t>on the same dataset </a:t>
            </a:r>
          </a:p>
          <a:p>
            <a:pPr fontAlgn="base"/>
            <a:r>
              <a:rPr lang="en-US" dirty="0"/>
              <a:t>Define one result set as </a:t>
            </a:r>
            <a:r>
              <a:rPr lang="en-US" b="1" dirty="0"/>
              <a:t>Baseline</a:t>
            </a:r>
            <a:r>
              <a:rPr lang="en-US" dirty="0"/>
              <a:t> and another as </a:t>
            </a:r>
            <a:r>
              <a:rPr lang="en-US" b="1" dirty="0"/>
              <a:t>Candidate </a:t>
            </a:r>
          </a:p>
          <a:p>
            <a:pPr fontAlgn="base"/>
            <a:r>
              <a:rPr lang="en-US" dirty="0"/>
              <a:t>Match defects by </a:t>
            </a:r>
            <a:r>
              <a:rPr lang="en-US" b="1" dirty="0"/>
              <a:t>spatial proximity </a:t>
            </a:r>
            <a:r>
              <a:rPr lang="en-US" dirty="0"/>
              <a:t>using a configurable search radius </a:t>
            </a:r>
          </a:p>
          <a:p>
            <a:pPr fontAlgn="base"/>
            <a:r>
              <a:rPr lang="en-US" dirty="0"/>
              <a:t>Visualize </a:t>
            </a:r>
            <a:r>
              <a:rPr lang="en-US" b="1" dirty="0"/>
              <a:t>agreement and differences</a:t>
            </a:r>
            <a:r>
              <a:rPr lang="en-US" dirty="0"/>
              <a:t> across wafer, die, and frame levels </a:t>
            </a:r>
          </a:p>
          <a:p>
            <a:pPr fontAlgn="base"/>
            <a:r>
              <a:rPr lang="en-US" dirty="0"/>
              <a:t>Review </a:t>
            </a:r>
            <a:r>
              <a:rPr lang="en-US" b="1" dirty="0"/>
              <a:t>accuracy metrics </a:t>
            </a:r>
            <a:r>
              <a:rPr lang="en-US" dirty="0"/>
              <a:t>and defect‑level consistency </a:t>
            </a:r>
          </a:p>
          <a:p>
            <a:pPr fontAlgn="base"/>
            <a:r>
              <a:rPr lang="en-US" dirty="0"/>
              <a:t>Select the best performing model for </a:t>
            </a:r>
            <a:r>
              <a:rPr lang="en-US" b="1" dirty="0"/>
              <a:t>production deployment</a:t>
            </a:r>
          </a:p>
          <a:p>
            <a:pPr lvl="2" fontAlgn="base"/>
            <a:endParaRPr lang="en-US" b="1" dirty="0"/>
          </a:p>
          <a:p>
            <a:pPr lvl="2" fontAlgn="base"/>
            <a:endParaRPr lang="en-US" dirty="0"/>
          </a:p>
          <a:p>
            <a:pPr lvl="1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35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6912-E487-693B-3BFE-34FD9193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AEFF1-3757-9EC4-20E2-E55C22E7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4386AC0-07DB-754E-9C60-54575E0C3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967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F68A4-7478-0A0E-C175-994420B1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D3A5-B6D3-5292-C323-19CCDBEF5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1909BF-354F-2FB1-1E77-DA3384D2FEF8}"/>
              </a:ext>
            </a:extLst>
          </p:cNvPr>
          <p:cNvGrpSpPr/>
          <p:nvPr/>
        </p:nvGrpSpPr>
        <p:grpSpPr>
          <a:xfrm>
            <a:off x="0" y="-2"/>
            <a:ext cx="12192000" cy="6858002"/>
            <a:chOff x="0" y="-2"/>
            <a:chExt cx="12192000" cy="685800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054EA34-FA85-693E-93F1-CEE88FAB08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9601"/>
            <a:stretch>
              <a:fillRect/>
            </a:stretch>
          </p:blipFill>
          <p:spPr bwMode="auto">
            <a:xfrm>
              <a:off x="0" y="-2"/>
              <a:ext cx="12192000" cy="7131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B4285E10-0BD1-0BEC-10D6-00ADC8542D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466"/>
            <a:stretch>
              <a:fillRect/>
            </a:stretch>
          </p:blipFill>
          <p:spPr bwMode="auto">
            <a:xfrm>
              <a:off x="5014452" y="717756"/>
              <a:ext cx="7177548" cy="61402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B486C29D-CB42-C240-14ED-A33C5F3798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99" b="6811"/>
            <a:stretch>
              <a:fillRect/>
            </a:stretch>
          </p:blipFill>
          <p:spPr bwMode="auto">
            <a:xfrm>
              <a:off x="0" y="713158"/>
              <a:ext cx="5020831" cy="3043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BF64BB15-BDA2-9B9A-71C0-E0A2AE9B9126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" t="11739" r="51821"/>
            <a:stretch>
              <a:fillRect/>
            </a:stretch>
          </p:blipFill>
          <p:spPr bwMode="auto">
            <a:xfrm>
              <a:off x="0" y="3756991"/>
              <a:ext cx="5020831" cy="3101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7B0167-E86F-0928-99DE-AFC6FB1959F3}"/>
              </a:ext>
            </a:extLst>
          </p:cNvPr>
          <p:cNvSpPr/>
          <p:nvPr/>
        </p:nvSpPr>
        <p:spPr>
          <a:xfrm>
            <a:off x="10140332" y="6380922"/>
            <a:ext cx="1955590" cy="397565"/>
          </a:xfrm>
          <a:prstGeom prst="roundRect">
            <a:avLst/>
          </a:prstGeom>
          <a:solidFill>
            <a:srgbClr val="3478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2A6E85-8BE0-86B0-D865-37E40F08F0B8}"/>
              </a:ext>
            </a:extLst>
          </p:cNvPr>
          <p:cNvSpPr txBox="1"/>
          <p:nvPr/>
        </p:nvSpPr>
        <p:spPr>
          <a:xfrm>
            <a:off x="10823713" y="6409155"/>
            <a:ext cx="864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Train</a:t>
            </a:r>
          </a:p>
        </p:txBody>
      </p:sp>
    </p:spTree>
    <p:extLst>
      <p:ext uri="{BB962C8B-B14F-4D97-AF65-F5344CB8AC3E}">
        <p14:creationId xmlns:p14="http://schemas.microsoft.com/office/powerpoint/2010/main" val="2104447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2032-69B7-E190-0485-10541049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39EB-5FAD-8CB3-D036-36729D5D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47C5D30-C802-DFFD-C382-452C81FFD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271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04086-49D0-DCF2-2655-ACE37ECA5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453A-541B-7C65-86CB-AA8F15BB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EA2DEF-ADF5-A1DD-E869-FAA8C13EF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1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43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FAA9-4712-8E98-F8FB-9DDC2BF0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6A649-3028-98F7-76ED-7E480ED48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FC9FE9E-9D9B-47B9-8CFF-33DFE1DE3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507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43FB7-0C3A-91B9-2E29-C2D798CA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25DF-A993-DF2D-2ADA-AB1CAE61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17DF544-7C28-07E4-48A3-8D5148DBA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719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8A358-C644-4104-41BE-DC28D02B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597B5-D194-FC0B-DCEA-FEFC89134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77DC514-2E6E-023F-84CB-439BF7826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892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A21117-33AE-6ED1-E1E0-2EEFDDCD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85038-74C0-2D96-47B5-2B3CC87C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6610-4FC5-16F8-59D1-9B55EE504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E1E3A-7558-0900-DC0A-6781944522C7}"/>
              </a:ext>
            </a:extLst>
          </p:cNvPr>
          <p:cNvGrpSpPr/>
          <p:nvPr/>
        </p:nvGrpSpPr>
        <p:grpSpPr>
          <a:xfrm>
            <a:off x="0" y="0"/>
            <a:ext cx="12192000" cy="6911955"/>
            <a:chOff x="0" y="0"/>
            <a:chExt cx="12192000" cy="6911955"/>
          </a:xfrm>
        </p:grpSpPr>
        <p:pic>
          <p:nvPicPr>
            <p:cNvPr id="9218" name="Picture 2">
              <a:extLst>
                <a:ext uri="{FF2B5EF4-FFF2-40B4-BE49-F238E27FC236}">
                  <a16:creationId xmlns:a16="http://schemas.microsoft.com/office/drawing/2014/main" id="{AD32A0FB-6910-97BC-5285-F4041750E4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9418"/>
            <a:stretch>
              <a:fillRect/>
            </a:stretch>
          </p:blipFill>
          <p:spPr bwMode="auto">
            <a:xfrm>
              <a:off x="0" y="0"/>
              <a:ext cx="12192000" cy="725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Content Placeholder 4">
              <a:extLst>
                <a:ext uri="{FF2B5EF4-FFF2-40B4-BE49-F238E27FC236}">
                  <a16:creationId xmlns:a16="http://schemas.microsoft.com/office/drawing/2014/main" id="{7A0BD748-D493-D79C-41A4-D41C35150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25718"/>
              <a:ext cx="12192000" cy="61862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4071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A6A2AB-545F-1FFE-7DDD-A23FF908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F4777-22EB-82D0-D88F-D3E863972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68495-F461-0B6B-C6AB-FFC59E282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91B2C0-4169-DD8C-1579-2D81F10ED264}"/>
              </a:ext>
            </a:extLst>
          </p:cNvPr>
          <p:cNvGrpSpPr/>
          <p:nvPr/>
        </p:nvGrpSpPr>
        <p:grpSpPr>
          <a:xfrm>
            <a:off x="0" y="0"/>
            <a:ext cx="12192000" cy="6911955"/>
            <a:chOff x="0" y="0"/>
            <a:chExt cx="12192000" cy="6911955"/>
          </a:xfrm>
        </p:grpSpPr>
        <p:pic>
          <p:nvPicPr>
            <p:cNvPr id="9218" name="Picture 2">
              <a:extLst>
                <a:ext uri="{FF2B5EF4-FFF2-40B4-BE49-F238E27FC236}">
                  <a16:creationId xmlns:a16="http://schemas.microsoft.com/office/drawing/2014/main" id="{CB91E393-C0A2-CF55-7E06-502A12539A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9418"/>
            <a:stretch>
              <a:fillRect/>
            </a:stretch>
          </p:blipFill>
          <p:spPr bwMode="auto">
            <a:xfrm>
              <a:off x="0" y="0"/>
              <a:ext cx="12192000" cy="725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Content Placeholder 4">
              <a:extLst>
                <a:ext uri="{FF2B5EF4-FFF2-40B4-BE49-F238E27FC236}">
                  <a16:creationId xmlns:a16="http://schemas.microsoft.com/office/drawing/2014/main" id="{9226CA68-BACC-07CF-6D47-998438AA6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25718"/>
              <a:ext cx="12192000" cy="61862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3726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1D6682-F93D-0ADF-A7AD-69448B26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AE0F7-B344-401E-E7AC-29DF40F4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Wafer\Die 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9D840A-DAEE-6B1C-A9F9-CF65712C3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14" y="3429000"/>
            <a:ext cx="5934629" cy="21508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68BD22-0F1E-C7F7-E54F-AF3326828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873" y="3429000"/>
            <a:ext cx="4583807" cy="334569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C34A42C-1FFB-A716-CB97-4E280D52A590}"/>
              </a:ext>
            </a:extLst>
          </p:cNvPr>
          <p:cNvSpPr txBox="1">
            <a:spLocks/>
          </p:cNvSpPr>
          <p:nvPr/>
        </p:nvSpPr>
        <p:spPr>
          <a:xfrm>
            <a:off x="863144" y="1220261"/>
            <a:ext cx="10566856" cy="220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Blip>
                <a:blip r:embed="rId4"/>
              </a:buBlip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Blip>
                <a:blip r:embed="rId5"/>
              </a:buBlip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Blip>
                <a:blip r:embed="rId6"/>
              </a:buBlip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Wafer plot will show all the dice in the wafer. Different colors to scan\unscanned dice.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Defects colors by classification 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Table and wafer\die view are connected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selecting row in the table the defect is highlighted in the plot and vice versa.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hovering over a defect show tool tip with defect data – col\row\data\id</a:t>
            </a:r>
          </a:p>
        </p:txBody>
      </p:sp>
    </p:spTree>
    <p:extLst>
      <p:ext uri="{BB962C8B-B14F-4D97-AF65-F5344CB8AC3E}">
        <p14:creationId xmlns:p14="http://schemas.microsoft.com/office/powerpoint/2010/main" val="35226895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2483</TotalTime>
  <Words>2095</Words>
  <Application>Microsoft Office PowerPoint</Application>
  <PresentationFormat>Widescreen</PresentationFormat>
  <Paragraphs>183</Paragraphs>
  <Slides>24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Open Sans</vt:lpstr>
      <vt:lpstr>Open Sans Light</vt:lpstr>
      <vt:lpstr>Segoe UI</vt:lpstr>
      <vt:lpstr>1_Office Theme</vt:lpstr>
      <vt:lpstr>AI Classification\Annotation Tool</vt:lpstr>
      <vt:lpstr>Model Life Cycle</vt:lpstr>
      <vt:lpstr>Key Points</vt:lpstr>
      <vt:lpstr>Data Preparation Pipeline</vt:lpstr>
      <vt:lpstr>Flow 1 – From Scan Result to Exact Tile, Ready to Annotate </vt:lpstr>
      <vt:lpstr>Flow 2 – Annotate Defects on a Tile &amp; Manage Boxes </vt:lpstr>
      <vt:lpstr>Flow 3 – Use Coordinates &amp; Table to Validate Annotations </vt:lpstr>
      <vt:lpstr>Flow 4 – Allocate Tiles to Train / Validation / Test </vt:lpstr>
      <vt:lpstr>Flow 5 – Visual Navigation: Wafer → Die → Frame → Tile </vt:lpstr>
      <vt:lpstr>Flow 6 – Close the Loop: From Annotation to Model &amp; Back </vt:lpstr>
      <vt:lpstr>Flow 7 – Post Model Rule</vt:lpstr>
      <vt:lpstr>Flow 8 – Inference: Offline scan with AI model</vt:lpstr>
      <vt:lpstr>Flow 8 – Inference: Offline scan with AI model</vt:lpstr>
      <vt:lpstr>Flow 9 –Model Comparison &amp; Deployment Decision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Wafer\Die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Ohad Shimon</dc:creator>
  <cp:lastModifiedBy>Ohad Shimon</cp:lastModifiedBy>
  <cp:revision>1</cp:revision>
  <dcterms:created xsi:type="dcterms:W3CDTF">2026-03-09T10:17:48Z</dcterms:created>
  <dcterms:modified xsi:type="dcterms:W3CDTF">2026-04-11T23:26:30Z</dcterms:modified>
</cp:coreProperties>
</file>